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2" r:id="rId5"/>
    <p:sldId id="260" r:id="rId6"/>
    <p:sldId id="261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164"/>
    <p:restoredTop sz="94722"/>
  </p:normalViewPr>
  <p:slideViewPr>
    <p:cSldViewPr snapToGrid="0">
      <p:cViewPr varScale="1">
        <p:scale>
          <a:sx n="106" d="100"/>
          <a:sy n="106" d="100"/>
        </p:scale>
        <p:origin x="216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F8AA8-3AFD-694D-AE6C-93B90F7FB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DC0602-73D5-EEAC-02E8-2BF5D7BC9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62079-B272-902B-A2BF-E95053623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69F0-30CE-584E-8781-C1F4FE02F9E1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D4172-08D4-7129-26C4-8AEA716C1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25665-5EED-B884-3F12-C598AD9FD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D8230-FF8B-6A44-8D3D-B09F37ED6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90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D1456-5A11-73EF-0435-075C2FB5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9A65B-CA42-7259-DEE9-78D54F765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4B5F9-4DAC-2454-0D19-D98E618E7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69F0-30CE-584E-8781-C1F4FE02F9E1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0F3C2-F574-BE7C-91BD-3848220D4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E4F13-3A05-1906-97C3-63F716101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D8230-FF8B-6A44-8D3D-B09F37ED6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99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18E2C-1F8C-5390-A22B-15B354A58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4CA44-4AEE-17D2-1868-D47C20053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DEE28-2124-8DFF-03F2-ED14C43BC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69F0-30CE-584E-8781-C1F4FE02F9E1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6A321-D1A5-0DDD-B79C-57D957E84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97A7A-239F-6D6B-61AA-1BCF44F76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D8230-FF8B-6A44-8D3D-B09F37ED6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49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FE4C5-A13E-6D98-4A83-271C03CB9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D75B6-280B-46EF-FB71-3DD1EF788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A371C-5396-41A5-20F6-B156F58F4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611F5-79CF-40C0-2A5E-90E77145B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69F0-30CE-584E-8781-C1F4FE02F9E1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5584A-1437-E8C8-5D51-F4A1D8E7F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D2EBB-02CA-3284-E20A-741FC60BD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D8230-FF8B-6A44-8D3D-B09F37ED6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413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C8DF7-1E95-4DD3-AD05-C9E350C84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5A711-AA99-3043-821B-940752EAF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0A06A-FF78-90C4-5F72-21086AB4E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A0738-D863-E092-803E-0CBB8E4177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D7B57A-4681-86CF-046A-0639FF75D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9D2076-56D7-2470-FF82-0550B51BA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69F0-30CE-584E-8781-C1F4FE02F9E1}" type="datetimeFigureOut">
              <a:rPr lang="en-US" smtClean="0"/>
              <a:t>6/5/26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D5FD5B-A9D6-47C4-8F89-589F59C76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02AB8E-5775-DB26-6114-C6FE75926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D8230-FF8B-6A44-8D3D-B09F37ED6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26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2EC77-1DAC-E7AB-1F5A-F7ACE7A0D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10B040-DF21-34D8-F7B4-14BE084D1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69F0-30CE-584E-8781-C1F4FE02F9E1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C4B974-A4E7-40CD-78AB-CF1660593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CC1B79-3730-79EB-22DB-D1589F0B5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D8230-FF8B-6A44-8D3D-B09F37ED6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86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AFDB65-C688-7E63-C460-750B8A103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69F0-30CE-584E-8781-C1F4FE02F9E1}" type="datetimeFigureOut">
              <a:rPr lang="en-US" smtClean="0"/>
              <a:t>6/5/26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895A92-38A0-4262-13DB-7BEFD4BC0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33DE3-5D7E-A87A-1446-5AFDAF966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D8230-FF8B-6A44-8D3D-B09F37ED6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78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EE951-D815-6F6A-9C0A-362C65F27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C403D-FF57-67A9-91D5-698AF81E1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EC319-C3D6-3910-9E00-7D565E716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F4963-14F2-2531-CF9D-5297D563A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69F0-30CE-584E-8781-C1F4FE02F9E1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9F214C-EBB2-93AD-386C-BB14FE3CD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BE08F-0B06-F625-2A7D-8A3D82B0F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D8230-FF8B-6A44-8D3D-B09F37ED6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132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DE386-A0BC-24E7-420E-F671807E1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98D46-763F-EACA-0781-6646D9BD66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954CD2-241B-7CA7-B634-8E335F473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492E10-4BFD-F338-B16D-0E5FCAF81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69F0-30CE-584E-8781-C1F4FE02F9E1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7CE14-5CCE-C2BC-237E-59796923E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3629D-52E5-BBC3-7654-98EBCC716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D8230-FF8B-6A44-8D3D-B09F37ED6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183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D8DA1-CEA2-A9C8-3B07-B037D33B0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6511C4-3E24-73C5-E7A5-66C1412AE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56767-8E61-6262-F0E5-6AE166ADA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69F0-30CE-584E-8781-C1F4FE02F9E1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BFE0B-313C-7BA3-34F2-5EA360539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6C5B4-7C3F-5AFC-59E7-576C344D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D8230-FF8B-6A44-8D3D-B09F37ED6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17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FECBC9-FD01-BF3C-1ED1-F19BF7B9C7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882AB-BE18-24A2-B0FE-4C842B24BD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B936A-80F7-3EDE-5622-5E98CBB42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B69F0-30CE-584E-8781-C1F4FE02F9E1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C084-9525-5D9E-A389-603DD4BE2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48EA6-6EDE-7930-2CB1-5542EF68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D8230-FF8B-6A44-8D3D-B09F37ED6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69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D60C51-170F-77ED-9A93-005D14F68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20F34-0D96-27B4-47CE-FB75C29AE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37AEC-5261-DDFE-2343-41CC3703E9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B69F0-30CE-584E-8781-C1F4FE02F9E1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DA095-E57E-27A0-B9D5-5CBC2C0394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E75CF-AA3C-45A4-80E0-0A30AC6716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5D8230-FF8B-6A44-8D3D-B09F37ED63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2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86">
            <a:extLst>
              <a:ext uri="{FF2B5EF4-FFF2-40B4-BE49-F238E27FC236}">
                <a16:creationId xmlns:a16="http://schemas.microsoft.com/office/drawing/2014/main" id="{ADD53265-4AD5-048E-DE47-2701E7A6F090}"/>
              </a:ext>
            </a:extLst>
          </p:cNvPr>
          <p:cNvSpPr txBox="1"/>
          <p:nvPr/>
        </p:nvSpPr>
        <p:spPr>
          <a:xfrm>
            <a:off x="1011777" y="98804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0DDE6A-BDAA-8DA6-31C7-9007BFF13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611" y="396759"/>
            <a:ext cx="3018193" cy="63675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2D4DA8-0DF9-21A1-3A12-9F1E8F345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027" y="783204"/>
            <a:ext cx="1206929" cy="12069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51A23E-FEB8-7636-F81B-48FF18AF1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156" y="2692796"/>
            <a:ext cx="4554244" cy="3517009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AD18CCEB-CB4B-2FC7-7607-575F88FC22C6}"/>
              </a:ext>
            </a:extLst>
          </p:cNvPr>
          <p:cNvSpPr/>
          <p:nvPr/>
        </p:nvSpPr>
        <p:spPr>
          <a:xfrm>
            <a:off x="4855205" y="2583154"/>
            <a:ext cx="5320146" cy="3736295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70DD3AE-2762-321D-E8DE-98105EE906CE}"/>
              </a:ext>
            </a:extLst>
          </p:cNvPr>
          <p:cNvSpPr/>
          <p:nvPr/>
        </p:nvSpPr>
        <p:spPr>
          <a:xfrm>
            <a:off x="4836452" y="493778"/>
            <a:ext cx="5320146" cy="1828800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57D407-16C8-6912-4E1F-3CD330E95340}"/>
              </a:ext>
            </a:extLst>
          </p:cNvPr>
          <p:cNvSpPr txBox="1"/>
          <p:nvPr/>
        </p:nvSpPr>
        <p:spPr>
          <a:xfrm>
            <a:off x="4990047" y="2686043"/>
            <a:ext cx="118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411AC4F-ABF3-D2E5-339C-76EF1AB7726C}"/>
              </a:ext>
            </a:extLst>
          </p:cNvPr>
          <p:cNvSpPr txBox="1"/>
          <p:nvPr/>
        </p:nvSpPr>
        <p:spPr>
          <a:xfrm>
            <a:off x="4897382" y="535166"/>
            <a:ext cx="10711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RNN agent</a:t>
            </a:r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464F349-AEBC-A718-2353-20C7082CD8FA}"/>
              </a:ext>
            </a:extLst>
          </p:cNvPr>
          <p:cNvCxnSpPr>
            <a:cxnSpLocks/>
            <a:stCxn id="33" idx="1"/>
            <a:endCxn id="34" idx="1"/>
          </p:cNvCxnSpPr>
          <p:nvPr/>
        </p:nvCxnSpPr>
        <p:spPr>
          <a:xfrm rot="10800000">
            <a:off x="4836453" y="1408178"/>
            <a:ext cx="18753" cy="3043124"/>
          </a:xfrm>
          <a:prstGeom prst="bentConnector3">
            <a:avLst>
              <a:gd name="adj1" fmla="val 2581027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22238CF-57C8-E874-C036-9806D088F474}"/>
              </a:ext>
            </a:extLst>
          </p:cNvPr>
          <p:cNvCxnSpPr>
            <a:cxnSpLocks/>
            <a:stCxn id="34" idx="1"/>
          </p:cNvCxnSpPr>
          <p:nvPr/>
        </p:nvCxnSpPr>
        <p:spPr>
          <a:xfrm>
            <a:off x="4836452" y="1408178"/>
            <a:ext cx="40170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3E3B3271-722F-80EA-D717-823AD90D766B}"/>
              </a:ext>
            </a:extLst>
          </p:cNvPr>
          <p:cNvSpPr txBox="1"/>
          <p:nvPr/>
        </p:nvSpPr>
        <p:spPr>
          <a:xfrm>
            <a:off x="5258563" y="1254289"/>
            <a:ext cx="590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cs typeface="Arial" panose="020B0604020202020204" pitchFamily="34" charset="0"/>
              </a:rPr>
              <a:t>Input</a:t>
            </a:r>
            <a:endParaRPr lang="en-US" dirty="0">
              <a:cs typeface="Arial" panose="020B0604020202020204" pitchFamily="34" charset="0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445060F-5AAC-3820-4BF8-992AE8F6B5C4}"/>
              </a:ext>
            </a:extLst>
          </p:cNvPr>
          <p:cNvCxnSpPr>
            <a:cxnSpLocks/>
          </p:cNvCxnSpPr>
          <p:nvPr/>
        </p:nvCxnSpPr>
        <p:spPr>
          <a:xfrm>
            <a:off x="5848789" y="1408177"/>
            <a:ext cx="5119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E7E7553-6B8E-47D4-FB93-7436F855F94D}"/>
              </a:ext>
            </a:extLst>
          </p:cNvPr>
          <p:cNvCxnSpPr>
            <a:cxnSpLocks/>
          </p:cNvCxnSpPr>
          <p:nvPr/>
        </p:nvCxnSpPr>
        <p:spPr>
          <a:xfrm>
            <a:off x="7815810" y="1699747"/>
            <a:ext cx="5119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445060F-5AAC-3820-4BF8-992AE8F6B5C4}"/>
              </a:ext>
            </a:extLst>
          </p:cNvPr>
          <p:cNvCxnSpPr>
            <a:cxnSpLocks/>
          </p:cNvCxnSpPr>
          <p:nvPr/>
        </p:nvCxnSpPr>
        <p:spPr>
          <a:xfrm>
            <a:off x="7815810" y="1093257"/>
            <a:ext cx="5119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Diamond 60">
            <a:extLst>
              <a:ext uri="{FF2B5EF4-FFF2-40B4-BE49-F238E27FC236}">
                <a16:creationId xmlns:a16="http://schemas.microsoft.com/office/drawing/2014/main" id="{CAC8DAE6-4C60-C0FA-06EA-5F2B527DBA32}"/>
              </a:ext>
            </a:extLst>
          </p:cNvPr>
          <p:cNvSpPr/>
          <p:nvPr/>
        </p:nvSpPr>
        <p:spPr>
          <a:xfrm>
            <a:off x="8508534" y="809598"/>
            <a:ext cx="1454820" cy="537563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Policy</a:t>
            </a:r>
          </a:p>
        </p:txBody>
      </p:sp>
      <p:sp>
        <p:nvSpPr>
          <p:cNvPr id="62" name="Diamond 61">
            <a:extLst>
              <a:ext uri="{FF2B5EF4-FFF2-40B4-BE49-F238E27FC236}">
                <a16:creationId xmlns:a16="http://schemas.microsoft.com/office/drawing/2014/main" id="{0E0800EA-7B1C-0283-51B9-3B3F3AE58154}"/>
              </a:ext>
            </a:extLst>
          </p:cNvPr>
          <p:cNvSpPr/>
          <p:nvPr/>
        </p:nvSpPr>
        <p:spPr>
          <a:xfrm>
            <a:off x="8508534" y="1456803"/>
            <a:ext cx="1454820" cy="537563"/>
          </a:xfrm>
          <a:prstGeom prst="diamon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Value</a:t>
            </a:r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1F4B47B3-18AE-C37C-9BEE-4F3C1650A8D9}"/>
              </a:ext>
            </a:extLst>
          </p:cNvPr>
          <p:cNvCxnSpPr>
            <a:cxnSpLocks/>
            <a:endCxn id="33" idx="3"/>
          </p:cNvCxnSpPr>
          <p:nvPr/>
        </p:nvCxnSpPr>
        <p:spPr>
          <a:xfrm rot="16200000" flipH="1">
            <a:off x="8668724" y="2944675"/>
            <a:ext cx="2994500" cy="18754"/>
          </a:xfrm>
          <a:prstGeom prst="bentConnector4">
            <a:avLst>
              <a:gd name="adj1" fmla="val -1021"/>
              <a:gd name="adj2" fmla="val 315526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B47C627B-6721-0110-7520-0A16729793C8}"/>
              </a:ext>
            </a:extLst>
          </p:cNvPr>
          <p:cNvSpPr txBox="1"/>
          <p:nvPr/>
        </p:nvSpPr>
        <p:spPr>
          <a:xfrm>
            <a:off x="10310192" y="2744140"/>
            <a:ext cx="444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Act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05BD108-249A-1F4D-2369-ECD2108542C4}"/>
              </a:ext>
            </a:extLst>
          </p:cNvPr>
          <p:cNvSpPr txBox="1"/>
          <p:nvPr/>
        </p:nvSpPr>
        <p:spPr>
          <a:xfrm>
            <a:off x="360786" y="535166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284271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426164-E118-48FF-AB9A-43CCBF95C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57074"/>
            <a:ext cx="7772400" cy="534385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97DE26A-8050-6D7A-82B9-25A6B55E77E6}"/>
              </a:ext>
            </a:extLst>
          </p:cNvPr>
          <p:cNvGrpSpPr/>
          <p:nvPr/>
        </p:nvGrpSpPr>
        <p:grpSpPr>
          <a:xfrm>
            <a:off x="10568250" y="346892"/>
            <a:ext cx="1523303" cy="2186395"/>
            <a:chOff x="5972500" y="2436949"/>
            <a:chExt cx="1523303" cy="2186395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BC4343D-0FDD-9232-9B49-CD9C5501C8F4}"/>
                </a:ext>
              </a:extLst>
            </p:cNvPr>
            <p:cNvCxnSpPr/>
            <p:nvPr/>
          </p:nvCxnSpPr>
          <p:spPr>
            <a:xfrm>
              <a:off x="5982958" y="2794544"/>
              <a:ext cx="0" cy="18288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DF9CCD4-4554-7977-60A3-F106FB07C53D}"/>
                </a:ext>
              </a:extLst>
            </p:cNvPr>
            <p:cNvCxnSpPr>
              <a:cxnSpLocks/>
            </p:cNvCxnSpPr>
            <p:nvPr/>
          </p:nvCxnSpPr>
          <p:spPr>
            <a:xfrm>
              <a:off x="6697874" y="2806861"/>
              <a:ext cx="0" cy="122346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8330A09-329F-DDC6-1505-DEDE0A84545C}"/>
                </a:ext>
              </a:extLst>
            </p:cNvPr>
            <p:cNvCxnSpPr>
              <a:cxnSpLocks/>
            </p:cNvCxnSpPr>
            <p:nvPr/>
          </p:nvCxnSpPr>
          <p:spPr>
            <a:xfrm>
              <a:off x="7489453" y="2794544"/>
              <a:ext cx="0" cy="61788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8B91A94-0054-43D2-A84D-B0511E7F5B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2500" y="2800511"/>
              <a:ext cx="152330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073B6A-7D29-7CEE-B25F-0966A7F036DA}"/>
                </a:ext>
              </a:extLst>
            </p:cNvPr>
            <p:cNvSpPr txBox="1"/>
            <p:nvPr/>
          </p:nvSpPr>
          <p:spPr>
            <a:xfrm>
              <a:off x="6038353" y="2436949"/>
              <a:ext cx="14574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One-hot vectors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8069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D2472B8-8418-9CBF-9601-C3C2D4878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99" y="331765"/>
            <a:ext cx="2840012" cy="59488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A6C6DA-5E27-4FB8-76ED-32D11A547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916" y="227409"/>
            <a:ext cx="7772400" cy="5468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62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C9EFE50-89CF-EE4D-7A67-F1DE5BAF6AFD}"/>
              </a:ext>
            </a:extLst>
          </p:cNvPr>
          <p:cNvGrpSpPr/>
          <p:nvPr/>
        </p:nvGrpSpPr>
        <p:grpSpPr>
          <a:xfrm>
            <a:off x="1544442" y="3294947"/>
            <a:ext cx="1042842" cy="731936"/>
            <a:chOff x="6096000" y="3598223"/>
            <a:chExt cx="1302327" cy="91406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E96AE21-8D64-D758-2CCF-5C83CAAB4F98}"/>
                </a:ext>
              </a:extLst>
            </p:cNvPr>
            <p:cNvSpPr/>
            <p:nvPr/>
          </p:nvSpPr>
          <p:spPr>
            <a:xfrm>
              <a:off x="6096000" y="3598223"/>
              <a:ext cx="1302327" cy="9140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A60878F-A6D5-172E-8450-B29C309EE0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19698" y="4029233"/>
              <a:ext cx="54930" cy="5203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11D3E3C-A9F3-2290-5EEE-CC6C596E8A0D}"/>
              </a:ext>
            </a:extLst>
          </p:cNvPr>
          <p:cNvGrpSpPr/>
          <p:nvPr/>
        </p:nvGrpSpPr>
        <p:grpSpPr>
          <a:xfrm>
            <a:off x="2861645" y="3294947"/>
            <a:ext cx="1042842" cy="731936"/>
            <a:chOff x="9237952" y="3347018"/>
            <a:chExt cx="1042842" cy="73193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40F37FB-3D23-BCA7-F986-F871FE4857AF}"/>
                </a:ext>
              </a:extLst>
            </p:cNvPr>
            <p:cNvGrpSpPr/>
            <p:nvPr/>
          </p:nvGrpSpPr>
          <p:grpSpPr>
            <a:xfrm>
              <a:off x="9237952" y="3347018"/>
              <a:ext cx="1042842" cy="731936"/>
              <a:chOff x="6096000" y="3598223"/>
              <a:chExt cx="1302327" cy="91406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875DA80-1678-AA1C-3377-2B34C3938D82}"/>
                  </a:ext>
                </a:extLst>
              </p:cNvPr>
              <p:cNvSpPr/>
              <p:nvPr/>
            </p:nvSpPr>
            <p:spPr>
              <a:xfrm>
                <a:off x="6096000" y="3598223"/>
                <a:ext cx="1302327" cy="9140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4251C6E-66E7-27F6-4A6C-55202518AD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19698" y="4029233"/>
                <a:ext cx="54930" cy="520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A6981A3-96FC-9C4C-D557-D59AFABFB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25952" y="3379564"/>
              <a:ext cx="666841" cy="666841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748CC94-07BE-85F2-C9FE-4BD3D1F20216}"/>
              </a:ext>
            </a:extLst>
          </p:cNvPr>
          <p:cNvGrpSpPr/>
          <p:nvPr/>
        </p:nvGrpSpPr>
        <p:grpSpPr>
          <a:xfrm>
            <a:off x="7712276" y="3206158"/>
            <a:ext cx="1042842" cy="905091"/>
            <a:chOff x="11139970" y="319890"/>
            <a:chExt cx="1302327" cy="11303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66D40E8-C16D-03AA-0E1A-D6F5F6E795C3}"/>
                </a:ext>
              </a:extLst>
            </p:cNvPr>
            <p:cNvGrpSpPr/>
            <p:nvPr/>
          </p:nvGrpSpPr>
          <p:grpSpPr>
            <a:xfrm>
              <a:off x="11139970" y="428010"/>
              <a:ext cx="1302327" cy="914060"/>
              <a:chOff x="6346297" y="3598221"/>
              <a:chExt cx="1302327" cy="91406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E1C4B18-0FA0-20A4-6983-DF911D617201}"/>
                  </a:ext>
                </a:extLst>
              </p:cNvPr>
              <p:cNvSpPr/>
              <p:nvPr/>
            </p:nvSpPr>
            <p:spPr>
              <a:xfrm>
                <a:off x="6346297" y="3598221"/>
                <a:ext cx="1302327" cy="9140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BEC1C2B-74F1-E0E3-9C47-8D14520E66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990676" y="4013629"/>
                <a:ext cx="54930" cy="520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" name="Left Arrow 11">
              <a:extLst>
                <a:ext uri="{FF2B5EF4-FFF2-40B4-BE49-F238E27FC236}">
                  <a16:creationId xmlns:a16="http://schemas.microsoft.com/office/drawing/2014/main" id="{7630DA0F-BB61-8D94-CB4F-61145DD55812}"/>
                </a:ext>
              </a:extLst>
            </p:cNvPr>
            <p:cNvSpPr/>
            <p:nvPr/>
          </p:nvSpPr>
          <p:spPr>
            <a:xfrm>
              <a:off x="11181327" y="821223"/>
              <a:ext cx="260575" cy="109367"/>
            </a:xfrm>
            <a:prstGeom prst="leftArrow">
              <a:avLst>
                <a:gd name="adj1" fmla="val 34659"/>
                <a:gd name="adj2" fmla="val 57671"/>
              </a:avLst>
            </a:prstGeom>
            <a:solidFill>
              <a:srgbClr val="B3B3FE"/>
            </a:solidFill>
            <a:ln>
              <a:solidFill>
                <a:srgbClr val="B3B3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FDC1ACC-9B0A-3F7D-329E-95393EEE2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46662" y="319890"/>
              <a:ext cx="1130300" cy="11303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3A9B766-0BE6-406E-5AC7-727B062FD5EF}"/>
                </a:ext>
              </a:extLst>
            </p:cNvPr>
            <p:cNvSpPr txBox="1"/>
            <p:nvPr/>
          </p:nvSpPr>
          <p:spPr>
            <a:xfrm>
              <a:off x="11160932" y="860318"/>
              <a:ext cx="348727" cy="326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solidFill>
                    <a:srgbClr val="B3B3F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51979E9-28BC-B056-5464-F7520175DB8D}"/>
              </a:ext>
            </a:extLst>
          </p:cNvPr>
          <p:cNvGrpSpPr/>
          <p:nvPr/>
        </p:nvGrpSpPr>
        <p:grpSpPr>
          <a:xfrm>
            <a:off x="4112477" y="3272556"/>
            <a:ext cx="1042842" cy="825290"/>
            <a:chOff x="10033526" y="2808864"/>
            <a:chExt cx="1042842" cy="82529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9D71706-CB74-55C2-2779-0DC5B8B3686A}"/>
                </a:ext>
              </a:extLst>
            </p:cNvPr>
            <p:cNvGrpSpPr/>
            <p:nvPr/>
          </p:nvGrpSpPr>
          <p:grpSpPr>
            <a:xfrm>
              <a:off x="10033526" y="2836374"/>
              <a:ext cx="1042842" cy="731936"/>
              <a:chOff x="6096000" y="3598223"/>
              <a:chExt cx="1302327" cy="91406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09BBFF9-F36D-9179-B9B8-BAB5B2A00232}"/>
                  </a:ext>
                </a:extLst>
              </p:cNvPr>
              <p:cNvSpPr/>
              <p:nvPr/>
            </p:nvSpPr>
            <p:spPr>
              <a:xfrm>
                <a:off x="6096000" y="3598223"/>
                <a:ext cx="1302327" cy="9140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0E9AA0C-2C9F-C901-64B0-1E9F8AAACC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19698" y="4029233"/>
                <a:ext cx="54930" cy="520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27E989D-A3C3-CA2C-DF07-6A3BF227A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42301" y="2808864"/>
              <a:ext cx="825290" cy="825290"/>
            </a:xfrm>
            <a:prstGeom prst="rect">
              <a:avLst/>
            </a:prstGeom>
          </p:spPr>
        </p:pic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3973CF1-7BEA-F645-9496-EAF07831EBE6}"/>
              </a:ext>
            </a:extLst>
          </p:cNvPr>
          <p:cNvCxnSpPr>
            <a:cxnSpLocks/>
          </p:cNvCxnSpPr>
          <p:nvPr/>
        </p:nvCxnSpPr>
        <p:spPr>
          <a:xfrm>
            <a:off x="1418075" y="4199494"/>
            <a:ext cx="82785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21D63E9-8716-3FB7-DE65-B7F796455ABB}"/>
              </a:ext>
            </a:extLst>
          </p:cNvPr>
          <p:cNvSpPr txBox="1"/>
          <p:nvPr/>
        </p:nvSpPr>
        <p:spPr>
          <a:xfrm>
            <a:off x="1705026" y="4228487"/>
            <a:ext cx="721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Fixation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56510C-9908-6B2E-F5EF-94103E3651E9}"/>
              </a:ext>
            </a:extLst>
          </p:cNvPr>
          <p:cNvSpPr txBox="1"/>
          <p:nvPr/>
        </p:nvSpPr>
        <p:spPr>
          <a:xfrm>
            <a:off x="2956154" y="4228487"/>
            <a:ext cx="809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shape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8E19C7-8320-B489-E6F2-53AFF98B1F3B}"/>
              </a:ext>
            </a:extLst>
          </p:cNvPr>
          <p:cNvSpPr txBox="1"/>
          <p:nvPr/>
        </p:nvSpPr>
        <p:spPr>
          <a:xfrm>
            <a:off x="4273732" y="4228487"/>
            <a:ext cx="8451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shape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40568E-5653-3358-9C32-D367C1D46744}"/>
              </a:ext>
            </a:extLst>
          </p:cNvPr>
          <p:cNvSpPr txBox="1"/>
          <p:nvPr/>
        </p:nvSpPr>
        <p:spPr>
          <a:xfrm>
            <a:off x="5498324" y="4236251"/>
            <a:ext cx="8210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2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shape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8C23A8-CAC8-0CAA-CC19-BA810CA9BD85}"/>
              </a:ext>
            </a:extLst>
          </p:cNvPr>
          <p:cNvSpPr txBox="1"/>
          <p:nvPr/>
        </p:nvSpPr>
        <p:spPr>
          <a:xfrm>
            <a:off x="7837772" y="4246689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Saccade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0FBA35-0C6F-D167-4D29-DF9DE01A105D}"/>
              </a:ext>
            </a:extLst>
          </p:cNvPr>
          <p:cNvSpPr txBox="1"/>
          <p:nvPr/>
        </p:nvSpPr>
        <p:spPr>
          <a:xfrm>
            <a:off x="4614105" y="4529940"/>
            <a:ext cx="11805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Time steps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222D851-BB2A-4E25-27EF-6C704BF963B7}"/>
              </a:ext>
            </a:extLst>
          </p:cNvPr>
          <p:cNvSpPr/>
          <p:nvPr/>
        </p:nvSpPr>
        <p:spPr>
          <a:xfrm>
            <a:off x="6717807" y="3623973"/>
            <a:ext cx="77097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D0D3794-1C65-07B2-45CC-EED3208E2BE2}"/>
              </a:ext>
            </a:extLst>
          </p:cNvPr>
          <p:cNvSpPr/>
          <p:nvPr/>
        </p:nvSpPr>
        <p:spPr>
          <a:xfrm>
            <a:off x="7073166" y="3623973"/>
            <a:ext cx="77097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63492B9-E13A-BD9C-BB2E-1EF51A52BD76}"/>
              </a:ext>
            </a:extLst>
          </p:cNvPr>
          <p:cNvSpPr/>
          <p:nvPr/>
        </p:nvSpPr>
        <p:spPr>
          <a:xfrm>
            <a:off x="7392721" y="3622705"/>
            <a:ext cx="77097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8ADCB64-1DC2-7DD6-C109-2452CC3FFC7A}"/>
              </a:ext>
            </a:extLst>
          </p:cNvPr>
          <p:cNvGrpSpPr/>
          <p:nvPr/>
        </p:nvGrpSpPr>
        <p:grpSpPr>
          <a:xfrm>
            <a:off x="5415142" y="3233456"/>
            <a:ext cx="1042842" cy="850497"/>
            <a:chOff x="10829099" y="2302075"/>
            <a:chExt cx="1042842" cy="85049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E904F847-A5FF-A2BD-61D8-B2B2E3642EAB}"/>
                </a:ext>
              </a:extLst>
            </p:cNvPr>
            <p:cNvGrpSpPr/>
            <p:nvPr/>
          </p:nvGrpSpPr>
          <p:grpSpPr>
            <a:xfrm>
              <a:off x="10829099" y="2369567"/>
              <a:ext cx="1042842" cy="731936"/>
              <a:chOff x="6096000" y="3598223"/>
              <a:chExt cx="1302327" cy="91406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D69F752-30C3-1C6B-A394-B013CD9E6C72}"/>
                  </a:ext>
                </a:extLst>
              </p:cNvPr>
              <p:cNvSpPr/>
              <p:nvPr/>
            </p:nvSpPr>
            <p:spPr>
              <a:xfrm>
                <a:off x="6096000" y="3598223"/>
                <a:ext cx="1302327" cy="9140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6FC7E374-5A11-4559-B54E-39BA3D2DB63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19698" y="4029233"/>
                <a:ext cx="54930" cy="52039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55DE6181-DB31-60CA-D3FD-923B79FAB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920584" y="2302075"/>
              <a:ext cx="850497" cy="8504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34620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223B17-AC67-3776-6B38-59C2B3F8B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91492"/>
            <a:ext cx="7772400" cy="547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327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12204E-47C0-8BFE-E782-C0429EDCD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01820"/>
            <a:ext cx="7772400" cy="19993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0B99F2-781E-5A50-9063-F9348A9B6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604847"/>
            <a:ext cx="7772400" cy="212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491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BC1CED07-0FF9-6DB0-1EE3-5D491AAD077E}"/>
              </a:ext>
            </a:extLst>
          </p:cNvPr>
          <p:cNvGrpSpPr/>
          <p:nvPr/>
        </p:nvGrpSpPr>
        <p:grpSpPr>
          <a:xfrm>
            <a:off x="4836452" y="535166"/>
            <a:ext cx="5918092" cy="5674639"/>
            <a:chOff x="4836452" y="535166"/>
            <a:chExt cx="5918092" cy="5674639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BB1C5C6-906D-700F-B7F3-A900A03E4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10027" y="783204"/>
              <a:ext cx="1206929" cy="120692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587B495-B068-6366-4A78-FDC0365EF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38156" y="2692796"/>
              <a:ext cx="4554244" cy="351700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46E16BD-CE4F-20E5-7001-C067F4EB834B}"/>
                </a:ext>
              </a:extLst>
            </p:cNvPr>
            <p:cNvSpPr txBox="1"/>
            <p:nvPr/>
          </p:nvSpPr>
          <p:spPr>
            <a:xfrm>
              <a:off x="4990047" y="2686043"/>
              <a:ext cx="11897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Environment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82A043A-5CB6-AAEA-5561-2B68AD379CAC}"/>
                </a:ext>
              </a:extLst>
            </p:cNvPr>
            <p:cNvSpPr txBox="1"/>
            <p:nvPr/>
          </p:nvSpPr>
          <p:spPr>
            <a:xfrm>
              <a:off x="4897382" y="535166"/>
              <a:ext cx="10711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RNN agent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AC929A1-A4EE-CE2B-A1AC-B089556A0F48}"/>
                </a:ext>
              </a:extLst>
            </p:cNvPr>
            <p:cNvCxnSpPr>
              <a:cxnSpLocks/>
            </p:cNvCxnSpPr>
            <p:nvPr/>
          </p:nvCxnSpPr>
          <p:spPr>
            <a:xfrm>
              <a:off x="4836452" y="1408178"/>
              <a:ext cx="40170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6ABEA70-EEC3-87EF-E4DC-61B1167EA2D1}"/>
                </a:ext>
              </a:extLst>
            </p:cNvPr>
            <p:cNvSpPr txBox="1"/>
            <p:nvPr/>
          </p:nvSpPr>
          <p:spPr>
            <a:xfrm>
              <a:off x="5258563" y="1254289"/>
              <a:ext cx="5902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cs typeface="Arial" panose="020B0604020202020204" pitchFamily="34" charset="0"/>
                </a:rPr>
                <a:t>Input</a:t>
              </a:r>
              <a:endParaRPr lang="en-US" dirty="0">
                <a:cs typeface="Arial" panose="020B060402020202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A26BEC3-707C-8544-2693-88CE04AB8EAF}"/>
                </a:ext>
              </a:extLst>
            </p:cNvPr>
            <p:cNvCxnSpPr>
              <a:cxnSpLocks/>
            </p:cNvCxnSpPr>
            <p:nvPr/>
          </p:nvCxnSpPr>
          <p:spPr>
            <a:xfrm>
              <a:off x="5848789" y="1408177"/>
              <a:ext cx="51192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05337AD-F780-967D-B081-F634B1D69445}"/>
                </a:ext>
              </a:extLst>
            </p:cNvPr>
            <p:cNvCxnSpPr>
              <a:cxnSpLocks/>
            </p:cNvCxnSpPr>
            <p:nvPr/>
          </p:nvCxnSpPr>
          <p:spPr>
            <a:xfrm>
              <a:off x="7815810" y="1699747"/>
              <a:ext cx="51192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DF7D23D-6C92-B7F4-213F-1F67B7E1FB22}"/>
                </a:ext>
              </a:extLst>
            </p:cNvPr>
            <p:cNvCxnSpPr>
              <a:cxnSpLocks/>
            </p:cNvCxnSpPr>
            <p:nvPr/>
          </p:nvCxnSpPr>
          <p:spPr>
            <a:xfrm>
              <a:off x="7815810" y="1093257"/>
              <a:ext cx="51192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B6ADECC-0C6B-2A44-37A1-C114893BA13B}"/>
                </a:ext>
              </a:extLst>
            </p:cNvPr>
            <p:cNvSpPr txBox="1"/>
            <p:nvPr/>
          </p:nvSpPr>
          <p:spPr>
            <a:xfrm>
              <a:off x="10310192" y="2744140"/>
              <a:ext cx="4443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Act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3556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8576</TotalTime>
  <Words>27</Words>
  <Application>Microsoft Macintosh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佳霖 李</dc:creator>
  <cp:lastModifiedBy>Jialin Li</cp:lastModifiedBy>
  <cp:revision>8</cp:revision>
  <dcterms:created xsi:type="dcterms:W3CDTF">2025-08-04T20:06:10Z</dcterms:created>
  <dcterms:modified xsi:type="dcterms:W3CDTF">2026-06-06T01:14:59Z</dcterms:modified>
</cp:coreProperties>
</file>