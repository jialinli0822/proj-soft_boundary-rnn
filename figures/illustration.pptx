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63" r:id="rId3"/>
    <p:sldId id="262" r:id="rId4"/>
    <p:sldId id="259" r:id="rId5"/>
    <p:sldId id="261" r:id="rId6"/>
    <p:sldId id="265" r:id="rId7"/>
    <p:sldId id="256" r:id="rId8"/>
    <p:sldId id="260" r:id="rId9"/>
    <p:sldId id="258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  <a:srgbClr val="FF0000"/>
    <a:srgbClr val="AFD4AF"/>
    <a:srgbClr val="FFB3B3"/>
    <a:srgbClr val="B3B3FE"/>
    <a:srgbClr val="B3B3FF"/>
    <a:srgbClr val="87D18F"/>
    <a:srgbClr val="61F769"/>
    <a:srgbClr val="627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86"/>
    <p:restoredTop sz="94669"/>
  </p:normalViewPr>
  <p:slideViewPr>
    <p:cSldViewPr snapToGrid="0">
      <p:cViewPr varScale="1">
        <p:scale>
          <a:sx n="113" d="100"/>
          <a:sy n="113" d="100"/>
        </p:scale>
        <p:origin x="216" y="19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2874-9575-D34A-BA81-DFC982CA5986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49265-D5E0-3248-93E7-8B1B5B69E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36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49265-D5E0-3248-93E7-8B1B5B69ED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48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49265-D5E0-3248-93E7-8B1B5B69ED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75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885D-CF17-186F-1ABE-F849A3589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96B57B-C8D1-AD47-B3BC-5B1567F20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22B89-A98A-2FDF-396D-3CFC38113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D771-DF29-AD44-968A-4E28D522DB9C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BF2CF-CB41-6E53-7831-5D993C2D3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BADCF-D354-2DFB-5576-792C633FE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4BF2-C082-9547-9C19-85AB789D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34C54-38CA-813C-7116-9B9216301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78FEA-21E5-A438-2B1A-A6044CBA8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9D252-93D4-0258-6C2E-AD5A62A8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D771-DF29-AD44-968A-4E28D522DB9C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D24DB-EE92-8963-8C1E-C66488FD5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3A087-5220-050B-EAB8-63F92A50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4BF2-C082-9547-9C19-85AB789D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3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022CE-810E-F38E-D83C-1E8FFEB32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0B779-DD41-3921-4534-90CA1F25C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312DB-0726-DB22-AACB-F89AEC21F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D771-DF29-AD44-968A-4E28D522DB9C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90229-3DD0-4DF2-7B76-24388722E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4D45C-F5C4-ABDB-5ECF-6A4B2A46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4BF2-C082-9547-9C19-85AB789D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3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EE59-4984-7880-5AEC-069952D07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B27C9-9DDB-6ED9-F882-122205964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D36EE-EE0A-6A93-EEC1-B5440040F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02503-5328-8AA2-623F-9A735B371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D771-DF29-AD44-968A-4E28D522DB9C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AC074-632E-C739-C0C8-FD1BD9C4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857BB-2D28-38B3-306E-58092155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4BF2-C082-9547-9C19-85AB789D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32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72CD-44C1-5B8B-0B9F-E2B5FF931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6F754-B1DE-6ACF-D1E3-885D2E526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278F4-CE43-61B3-D31F-B6643EA15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1241A-361D-0C77-6D42-F5F0F1418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8F849-C7CE-79E6-03A2-CD26142C5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D79580-6555-47B6-7010-AA7D0A7C0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D771-DF29-AD44-968A-4E28D522DB9C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D0FC82-3983-92A7-4A0A-5262D5052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5CE14B-4429-ED92-BF58-678E6A090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4BF2-C082-9547-9C19-85AB789D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1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0661E-40EF-CA1A-3830-4BFFB856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4DE36D-7546-99E3-9BC9-AD134065A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D771-DF29-AD44-968A-4E28D522DB9C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58DF2-B873-7F49-3186-5188176BE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8DB7E-327E-932E-064B-6DC4026B1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4BF2-C082-9547-9C19-85AB789D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6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47E49-5D00-ACAB-AA62-428B79A3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D771-DF29-AD44-968A-4E28D522DB9C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C21F5-E854-F296-9866-CCE816168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7C4B9-7516-3AC3-E373-D64CA987C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4BF2-C082-9547-9C19-85AB789D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1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BB1B-32FF-37C7-B122-3FEF7962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28082-3F5B-F0FA-C464-DB8F6A6A6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BB85D-940C-47F2-A131-544063B70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23442-9623-DE00-0D2E-27D9CCBEB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D771-DF29-AD44-968A-4E28D522DB9C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3A548-6C14-6E65-EEC7-1600352E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EC0B2-3E49-F9E5-871B-54482029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4BF2-C082-9547-9C19-85AB789D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4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F2D83-1CB7-8F4F-F0FC-18506881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8E137A-E0FA-1B75-859D-2CA862D25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84D68-4426-050A-5947-817D7B88C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86D1D-6A06-053A-CC2D-D129E7A75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D771-DF29-AD44-968A-4E28D522DB9C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0EA2D-A3C1-A23C-84B8-AE44C770A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D981B-F10C-A17C-47D1-482F26B7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4BF2-C082-9547-9C19-85AB789D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10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4B2A-C76C-DB06-1737-3528C905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EFEDD-0425-3254-D918-F3969CB6D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61EE9-0327-A99B-6A2A-1D9743FD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D771-DF29-AD44-968A-4E28D522DB9C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C25E7-44E4-4C33-B663-F8E18B04B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03F5F-A7E3-24CF-CA2B-D71981581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4BF2-C082-9547-9C19-85AB789D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61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C942E-7110-1819-C0C5-6726C4EA4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BA6D0-B042-32E3-71A2-ECDD0F6BC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6E419-AB7C-CA6B-A327-747AB34A6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1D771-DF29-AD44-968A-4E28D522DB9C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5561C-2319-12A4-E846-FD37A2297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42367-D20F-53A6-EDEA-F9FB94D4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C4BF2-C082-9547-9C19-85AB789D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60F9D8-DA93-82DD-24CC-288471215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10CEE-B9F9-C0D3-10E5-1DC2E29F1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3F796-2C6B-C3BF-8C8C-38AAC63295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1D771-DF29-AD44-968A-4E28D522DB9C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A622C-EA9D-D42A-1924-9454614BC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6DC91-FA1D-E19B-78F8-C2B992DE3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C4BF2-C082-9547-9C19-85AB789D0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19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5" Type="http://schemas.openxmlformats.org/officeDocument/2006/relationships/image" Target="../media/image14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110.png"/><Relationship Id="rId18" Type="http://schemas.openxmlformats.org/officeDocument/2006/relationships/image" Target="../media/image4.png"/><Relationship Id="rId3" Type="http://schemas.openxmlformats.org/officeDocument/2006/relationships/image" Target="../media/image27.png"/><Relationship Id="rId7" Type="http://schemas.openxmlformats.org/officeDocument/2006/relationships/image" Target="../media/image28.png"/><Relationship Id="rId12" Type="http://schemas.openxmlformats.org/officeDocument/2006/relationships/image" Target="../media/image15.png"/><Relationship Id="rId17" Type="http://schemas.openxmlformats.org/officeDocument/2006/relationships/image" Target="../media/image15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90.png"/><Relationship Id="rId5" Type="http://schemas.openxmlformats.org/officeDocument/2006/relationships/image" Target="../media/image2.png"/><Relationship Id="rId15" Type="http://schemas.openxmlformats.org/officeDocument/2006/relationships/image" Target="../media/image130.png"/><Relationship Id="rId10" Type="http://schemas.openxmlformats.org/officeDocument/2006/relationships/image" Target="../media/image80.png"/><Relationship Id="rId19" Type="http://schemas.openxmlformats.org/officeDocument/2006/relationships/image" Target="../media/image29.png"/><Relationship Id="rId4" Type="http://schemas.openxmlformats.org/officeDocument/2006/relationships/image" Target="../media/image1.png"/><Relationship Id="rId9" Type="http://schemas.openxmlformats.org/officeDocument/2006/relationships/image" Target="../media/image70.png"/><Relationship Id="rId1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.png"/><Relationship Id="rId18" Type="http://schemas.openxmlformats.org/officeDocument/2006/relationships/image" Target="../media/image32.png"/><Relationship Id="rId3" Type="http://schemas.openxmlformats.org/officeDocument/2006/relationships/image" Target="../media/image15.png"/><Relationship Id="rId21" Type="http://schemas.openxmlformats.org/officeDocument/2006/relationships/image" Target="../media/image35.png"/><Relationship Id="rId7" Type="http://schemas.openxmlformats.org/officeDocument/2006/relationships/image" Target="../media/image140.png"/><Relationship Id="rId12" Type="http://schemas.openxmlformats.org/officeDocument/2006/relationships/image" Target="../media/image30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image" Target="../media/image28.png"/><Relationship Id="rId24" Type="http://schemas.openxmlformats.org/officeDocument/2006/relationships/image" Target="../media/image38.png"/><Relationship Id="rId5" Type="http://schemas.openxmlformats.org/officeDocument/2006/relationships/image" Target="../media/image120.png"/><Relationship Id="rId15" Type="http://schemas.openxmlformats.org/officeDocument/2006/relationships/image" Target="../media/image3.png"/><Relationship Id="rId23" Type="http://schemas.openxmlformats.org/officeDocument/2006/relationships/image" Target="../media/image37.png"/><Relationship Id="rId10" Type="http://schemas.openxmlformats.org/officeDocument/2006/relationships/image" Target="../media/image27.png"/><Relationship Id="rId19" Type="http://schemas.openxmlformats.org/officeDocument/2006/relationships/image" Target="../media/image33.png"/><Relationship Id="rId4" Type="http://schemas.openxmlformats.org/officeDocument/2006/relationships/image" Target="../media/image110.png"/><Relationship Id="rId9" Type="http://schemas.openxmlformats.org/officeDocument/2006/relationships/image" Target="../media/image29.png"/><Relationship Id="rId14" Type="http://schemas.openxmlformats.org/officeDocument/2006/relationships/image" Target="../media/image2.png"/><Relationship Id="rId22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10" Type="http://schemas.openxmlformats.org/officeDocument/2006/relationships/image" Target="../media/image39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A59CE56-47C6-D886-F0BF-4BD0435E3220}"/>
              </a:ext>
            </a:extLst>
          </p:cNvPr>
          <p:cNvGrpSpPr/>
          <p:nvPr/>
        </p:nvGrpSpPr>
        <p:grpSpPr>
          <a:xfrm>
            <a:off x="2221042" y="2626101"/>
            <a:ext cx="1042842" cy="731936"/>
            <a:chOff x="6096000" y="3598223"/>
            <a:chExt cx="1302327" cy="91406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EE4A6F2-2268-81A7-4384-2DA71BE8077D}"/>
                </a:ext>
              </a:extLst>
            </p:cNvPr>
            <p:cNvSpPr/>
            <p:nvPr/>
          </p:nvSpPr>
          <p:spPr>
            <a:xfrm>
              <a:off x="6096000" y="3598223"/>
              <a:ext cx="1302327" cy="9140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43A5B43-0681-D01E-1F18-D827ED9C48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19698" y="4029233"/>
              <a:ext cx="54930" cy="520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D1ADCD6-FA7B-78C2-4547-0C5CEC674DB8}"/>
              </a:ext>
            </a:extLst>
          </p:cNvPr>
          <p:cNvGrpSpPr/>
          <p:nvPr/>
        </p:nvGrpSpPr>
        <p:grpSpPr>
          <a:xfrm>
            <a:off x="3538245" y="2626101"/>
            <a:ext cx="1042842" cy="731936"/>
            <a:chOff x="9237952" y="3347018"/>
            <a:chExt cx="1042842" cy="73193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4C0DC10-33FA-008D-D023-C745D0D3ABBD}"/>
                </a:ext>
              </a:extLst>
            </p:cNvPr>
            <p:cNvGrpSpPr/>
            <p:nvPr/>
          </p:nvGrpSpPr>
          <p:grpSpPr>
            <a:xfrm>
              <a:off x="9237952" y="3347018"/>
              <a:ext cx="1042842" cy="731936"/>
              <a:chOff x="6096000" y="3598223"/>
              <a:chExt cx="1302327" cy="91406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96D9EA0-71F0-4316-D431-2220DDB5A5C9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21AFB15-8712-AD4F-D79F-F5F010B4C3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BB9FD73-083B-9E0B-11C7-860001BB4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25952" y="3379564"/>
              <a:ext cx="666841" cy="666841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47C5E7-21D6-9171-DEFE-2ADB83BC7B9D}"/>
              </a:ext>
            </a:extLst>
          </p:cNvPr>
          <p:cNvGrpSpPr/>
          <p:nvPr/>
        </p:nvGrpSpPr>
        <p:grpSpPr>
          <a:xfrm>
            <a:off x="8388876" y="2537312"/>
            <a:ext cx="1042842" cy="905091"/>
            <a:chOff x="11139970" y="319890"/>
            <a:chExt cx="1302327" cy="11303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CE3ADE2-A860-C81A-058D-C433C0D5F2C1}"/>
                </a:ext>
              </a:extLst>
            </p:cNvPr>
            <p:cNvGrpSpPr/>
            <p:nvPr/>
          </p:nvGrpSpPr>
          <p:grpSpPr>
            <a:xfrm>
              <a:off x="11139970" y="428010"/>
              <a:ext cx="1302327" cy="914060"/>
              <a:chOff x="6346297" y="3598221"/>
              <a:chExt cx="1302327" cy="91406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F5B37DB-CF7B-952A-B473-B0F2789D982F}"/>
                  </a:ext>
                </a:extLst>
              </p:cNvPr>
              <p:cNvSpPr/>
              <p:nvPr/>
            </p:nvSpPr>
            <p:spPr>
              <a:xfrm>
                <a:off x="6346297" y="3598221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2820903-DE2A-0188-87A1-7DC54133C2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90676" y="4013629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Left Arrow 11">
              <a:extLst>
                <a:ext uri="{FF2B5EF4-FFF2-40B4-BE49-F238E27FC236}">
                  <a16:creationId xmlns:a16="http://schemas.microsoft.com/office/drawing/2014/main" id="{8E22F1B0-588E-00BD-814A-FFBB772AF9A4}"/>
                </a:ext>
              </a:extLst>
            </p:cNvPr>
            <p:cNvSpPr/>
            <p:nvPr/>
          </p:nvSpPr>
          <p:spPr>
            <a:xfrm>
              <a:off x="11181327" y="821223"/>
              <a:ext cx="260575" cy="109367"/>
            </a:xfrm>
            <a:prstGeom prst="leftArrow">
              <a:avLst>
                <a:gd name="adj1" fmla="val 34659"/>
                <a:gd name="adj2" fmla="val 57671"/>
              </a:avLst>
            </a:prstGeom>
            <a:solidFill>
              <a:srgbClr val="B3B3FE"/>
            </a:solidFill>
            <a:ln>
              <a:solidFill>
                <a:srgbClr val="B3B3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635E0D2-E3D2-31C4-EAE4-3BAE57853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46662" y="319890"/>
              <a:ext cx="1130300" cy="11303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1F04BD0-39B7-2041-5799-8AC997293EC9}"/>
                </a:ext>
              </a:extLst>
            </p:cNvPr>
            <p:cNvSpPr txBox="1"/>
            <p:nvPr/>
          </p:nvSpPr>
          <p:spPr>
            <a:xfrm>
              <a:off x="11160932" y="860318"/>
              <a:ext cx="348727" cy="32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rgbClr val="B3B3F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F855B1-35C9-59DE-8E7B-02F7DCA6E4CE}"/>
              </a:ext>
            </a:extLst>
          </p:cNvPr>
          <p:cNvGrpSpPr/>
          <p:nvPr/>
        </p:nvGrpSpPr>
        <p:grpSpPr>
          <a:xfrm>
            <a:off x="4789077" y="2603710"/>
            <a:ext cx="1042842" cy="825290"/>
            <a:chOff x="10033526" y="2808864"/>
            <a:chExt cx="1042842" cy="82529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74A81C4-9019-B237-686A-DB9603BD4B9A}"/>
                </a:ext>
              </a:extLst>
            </p:cNvPr>
            <p:cNvGrpSpPr/>
            <p:nvPr/>
          </p:nvGrpSpPr>
          <p:grpSpPr>
            <a:xfrm>
              <a:off x="10033526" y="2836374"/>
              <a:ext cx="1042842" cy="731936"/>
              <a:chOff x="6096000" y="3598223"/>
              <a:chExt cx="1302327" cy="91406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E86E6F1-186B-2CE8-4802-5B3E5B3A9513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C9781B2-DE64-D34D-3BF1-5E430BB7E1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AC5660-48C9-53C9-A9D0-636DF314E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2301" y="2808864"/>
              <a:ext cx="825290" cy="825290"/>
            </a:xfrm>
            <a:prstGeom prst="rect">
              <a:avLst/>
            </a:prstGeom>
          </p:spPr>
        </p:pic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99AE62-54A4-9D59-F231-0249E66BB07C}"/>
              </a:ext>
            </a:extLst>
          </p:cNvPr>
          <p:cNvCxnSpPr>
            <a:cxnSpLocks/>
          </p:cNvCxnSpPr>
          <p:nvPr/>
        </p:nvCxnSpPr>
        <p:spPr>
          <a:xfrm>
            <a:off x="2094675" y="3530648"/>
            <a:ext cx="82785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C3465FD-7678-4A4B-417D-27D63EDF8C7D}"/>
              </a:ext>
            </a:extLst>
          </p:cNvPr>
          <p:cNvSpPr txBox="1"/>
          <p:nvPr/>
        </p:nvSpPr>
        <p:spPr>
          <a:xfrm>
            <a:off x="2381626" y="3559641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087EBE-ADED-470A-FAA2-C2963CB7E31B}"/>
              </a:ext>
            </a:extLst>
          </p:cNvPr>
          <p:cNvSpPr txBox="1"/>
          <p:nvPr/>
        </p:nvSpPr>
        <p:spPr>
          <a:xfrm>
            <a:off x="3632754" y="3559641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A0E6E1-1132-1CFD-4B0F-3600AB818A70}"/>
              </a:ext>
            </a:extLst>
          </p:cNvPr>
          <p:cNvSpPr txBox="1"/>
          <p:nvPr/>
        </p:nvSpPr>
        <p:spPr>
          <a:xfrm>
            <a:off x="4950332" y="3559641"/>
            <a:ext cx="845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7E302F-0603-3093-F988-36833CC54F39}"/>
              </a:ext>
            </a:extLst>
          </p:cNvPr>
          <p:cNvSpPr txBox="1"/>
          <p:nvPr/>
        </p:nvSpPr>
        <p:spPr>
          <a:xfrm>
            <a:off x="6174924" y="3567405"/>
            <a:ext cx="821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E5FA41-BDDE-A9BD-804A-E7B4C0F18749}"/>
              </a:ext>
            </a:extLst>
          </p:cNvPr>
          <p:cNvSpPr txBox="1"/>
          <p:nvPr/>
        </p:nvSpPr>
        <p:spPr>
          <a:xfrm>
            <a:off x="8514372" y="3577843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Saccade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0DFDBA-E39F-8FE7-210A-7FDEFB4A6CC6}"/>
              </a:ext>
            </a:extLst>
          </p:cNvPr>
          <p:cNvSpPr txBox="1"/>
          <p:nvPr/>
        </p:nvSpPr>
        <p:spPr>
          <a:xfrm>
            <a:off x="5290705" y="3861094"/>
            <a:ext cx="11805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Time steps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C5DBEF7-725D-48D3-2B34-56FA8AC76F89}"/>
              </a:ext>
            </a:extLst>
          </p:cNvPr>
          <p:cNvSpPr/>
          <p:nvPr/>
        </p:nvSpPr>
        <p:spPr>
          <a:xfrm>
            <a:off x="7394407" y="2955127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16592F1-2B10-E3BE-4D59-10672C233347}"/>
              </a:ext>
            </a:extLst>
          </p:cNvPr>
          <p:cNvSpPr/>
          <p:nvPr/>
        </p:nvSpPr>
        <p:spPr>
          <a:xfrm>
            <a:off x="7749766" y="2955127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C7FF424-3455-E277-C81B-3188301F006E}"/>
              </a:ext>
            </a:extLst>
          </p:cNvPr>
          <p:cNvSpPr/>
          <p:nvPr/>
        </p:nvSpPr>
        <p:spPr>
          <a:xfrm>
            <a:off x="8069321" y="2953859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5165362-56F7-387A-ECD6-F25C588001FA}"/>
              </a:ext>
            </a:extLst>
          </p:cNvPr>
          <p:cNvGrpSpPr/>
          <p:nvPr/>
        </p:nvGrpSpPr>
        <p:grpSpPr>
          <a:xfrm>
            <a:off x="6091742" y="2564610"/>
            <a:ext cx="1042842" cy="850497"/>
            <a:chOff x="10829099" y="2302075"/>
            <a:chExt cx="1042842" cy="85049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2C61736-54C8-AC18-42DD-3B4BC55C876D}"/>
                </a:ext>
              </a:extLst>
            </p:cNvPr>
            <p:cNvGrpSpPr/>
            <p:nvPr/>
          </p:nvGrpSpPr>
          <p:grpSpPr>
            <a:xfrm>
              <a:off x="10829099" y="2369567"/>
              <a:ext cx="1042842" cy="731936"/>
              <a:chOff x="6096000" y="3598223"/>
              <a:chExt cx="1302327" cy="91406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26C9830-986E-1C99-2742-C45260A96C9B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9AA2456-99D2-DDD7-9AA9-0380ECD214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2390F3D-7EED-FD87-449E-D842931B5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20584" y="2302075"/>
              <a:ext cx="850497" cy="850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50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302CFFAC-0C54-8234-48DC-ED8BD035500C}"/>
              </a:ext>
            </a:extLst>
          </p:cNvPr>
          <p:cNvGrpSpPr/>
          <p:nvPr/>
        </p:nvGrpSpPr>
        <p:grpSpPr>
          <a:xfrm>
            <a:off x="1601051" y="578789"/>
            <a:ext cx="8028371" cy="2099725"/>
            <a:chOff x="1601051" y="578789"/>
            <a:chExt cx="8028371" cy="2099725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20DEEC6-F000-9D90-AFA4-F81D17442ABB}"/>
                </a:ext>
              </a:extLst>
            </p:cNvPr>
            <p:cNvGrpSpPr/>
            <p:nvPr/>
          </p:nvGrpSpPr>
          <p:grpSpPr>
            <a:xfrm>
              <a:off x="1601051" y="578789"/>
              <a:ext cx="8028371" cy="2099725"/>
              <a:chOff x="1627301" y="3356813"/>
              <a:chExt cx="8028371" cy="2099725"/>
            </a:xfrm>
          </p:grpSpPr>
          <p:cxnSp>
            <p:nvCxnSpPr>
              <p:cNvPr id="2" name="Straight Arrow Connector 1">
                <a:extLst>
                  <a:ext uri="{FF2B5EF4-FFF2-40B4-BE49-F238E27FC236}">
                    <a16:creationId xmlns:a16="http://schemas.microsoft.com/office/drawing/2014/main" id="{0C884DEF-2F36-CBB1-BB8F-A1C91BBF0D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7301" y="4771256"/>
                <a:ext cx="802837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65065D9-22AE-CE73-BE18-8914DA1B3DB4}"/>
                  </a:ext>
                </a:extLst>
              </p:cNvPr>
              <p:cNvGrpSpPr/>
              <p:nvPr/>
            </p:nvGrpSpPr>
            <p:grpSpPr>
              <a:xfrm>
                <a:off x="1838265" y="3943574"/>
                <a:ext cx="1042842" cy="731936"/>
                <a:chOff x="6096000" y="3598223"/>
                <a:chExt cx="1302327" cy="914060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F6800B7-1D12-CF0C-D533-8178DC0AB205}"/>
                    </a:ext>
                  </a:extLst>
                </p:cNvPr>
                <p:cNvSpPr/>
                <p:nvPr/>
              </p:nvSpPr>
              <p:spPr>
                <a:xfrm>
                  <a:off x="6096000" y="3598223"/>
                  <a:ext cx="1302327" cy="9140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2E52B51D-9168-BB42-B041-00BEA9923C9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719698" y="4029233"/>
                  <a:ext cx="54930" cy="5203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845025-26E0-3609-DDE8-3CC122DB342B}"/>
                  </a:ext>
                </a:extLst>
              </p:cNvPr>
              <p:cNvSpPr txBox="1"/>
              <p:nvPr/>
            </p:nvSpPr>
            <p:spPr>
              <a:xfrm>
                <a:off x="1998849" y="4831781"/>
                <a:ext cx="7216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Fixation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52FE306-79BC-2DF1-AB5A-115F63237E18}"/>
                  </a:ext>
                </a:extLst>
              </p:cNvPr>
              <p:cNvSpPr txBox="1"/>
              <p:nvPr/>
            </p:nvSpPr>
            <p:spPr>
              <a:xfrm>
                <a:off x="3424559" y="4831781"/>
                <a:ext cx="6399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12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st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cue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CE3390-61D0-472D-3187-05746964F758}"/>
                  </a:ext>
                </a:extLst>
              </p:cNvPr>
              <p:cNvSpPr txBox="1"/>
              <p:nvPr/>
            </p:nvSpPr>
            <p:spPr>
              <a:xfrm>
                <a:off x="4820008" y="4848057"/>
                <a:ext cx="67518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cue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4EDBA6-5CCB-3D2E-2BE6-0FB18920B357}"/>
                  </a:ext>
                </a:extLst>
              </p:cNvPr>
              <p:cNvSpPr txBox="1"/>
              <p:nvPr/>
            </p:nvSpPr>
            <p:spPr>
              <a:xfrm>
                <a:off x="8403775" y="4829728"/>
                <a:ext cx="6607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Choice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7AD475B-AE69-DD59-213A-200288B5B78F}"/>
                  </a:ext>
                </a:extLst>
              </p:cNvPr>
              <p:cNvSpPr txBox="1"/>
              <p:nvPr/>
            </p:nvSpPr>
            <p:spPr>
              <a:xfrm>
                <a:off x="5220847" y="5148761"/>
                <a:ext cx="10534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Time steps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32AE501-2234-7629-6F1E-3F8E2C570400}"/>
                  </a:ext>
                </a:extLst>
              </p:cNvPr>
              <p:cNvSpPr/>
              <p:nvPr/>
            </p:nvSpPr>
            <p:spPr>
              <a:xfrm>
                <a:off x="7286056" y="4252706"/>
                <a:ext cx="77097" cy="72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A46E0DC-7B00-DDD4-1D89-913CAD5459B3}"/>
                  </a:ext>
                </a:extLst>
              </p:cNvPr>
              <p:cNvSpPr/>
              <p:nvPr/>
            </p:nvSpPr>
            <p:spPr>
              <a:xfrm>
                <a:off x="7573856" y="4252256"/>
                <a:ext cx="77097" cy="72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70720FC-EEBD-EED7-C3EB-B5FAB085FAB5}"/>
                  </a:ext>
                </a:extLst>
              </p:cNvPr>
              <p:cNvSpPr/>
              <p:nvPr/>
            </p:nvSpPr>
            <p:spPr>
              <a:xfrm>
                <a:off x="7851815" y="4252256"/>
                <a:ext cx="77097" cy="72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F39197-745B-18FF-D972-20A9B807745C}"/>
                  </a:ext>
                </a:extLst>
              </p:cNvPr>
              <p:cNvSpPr txBox="1"/>
              <p:nvPr/>
            </p:nvSpPr>
            <p:spPr>
              <a:xfrm>
                <a:off x="6160596" y="4845030"/>
                <a:ext cx="6511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en-US" sz="12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rd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cue</a:t>
                </a: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742A7454-6441-DFE1-4447-6ABE385478E5}"/>
                  </a:ext>
                </a:extLst>
              </p:cNvPr>
              <p:cNvGrpSpPr/>
              <p:nvPr/>
            </p:nvGrpSpPr>
            <p:grpSpPr>
              <a:xfrm>
                <a:off x="8196175" y="3873422"/>
                <a:ext cx="1055671" cy="905091"/>
                <a:chOff x="7911757" y="1703171"/>
                <a:chExt cx="1055671" cy="905091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214CD5A6-E238-2C14-1353-4559EDA5F66C}"/>
                    </a:ext>
                  </a:extLst>
                </p:cNvPr>
                <p:cNvGrpSpPr/>
                <p:nvPr/>
              </p:nvGrpSpPr>
              <p:grpSpPr>
                <a:xfrm>
                  <a:off x="7911757" y="1703171"/>
                  <a:ext cx="1055671" cy="905091"/>
                  <a:chOff x="7911757" y="1703171"/>
                  <a:chExt cx="1055671" cy="905091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9FAD50AE-F100-9474-365D-811CAE293CF4}"/>
                      </a:ext>
                    </a:extLst>
                  </p:cNvPr>
                  <p:cNvGrpSpPr/>
                  <p:nvPr/>
                </p:nvGrpSpPr>
                <p:grpSpPr>
                  <a:xfrm>
                    <a:off x="7911757" y="1703171"/>
                    <a:ext cx="1042842" cy="905091"/>
                    <a:chOff x="11139970" y="319890"/>
                    <a:chExt cx="1302327" cy="1130300"/>
                  </a:xfrm>
                </p:grpSpPr>
                <p:grpSp>
                  <p:nvGrpSpPr>
                    <p:cNvPr id="12" name="Group 11">
                      <a:extLst>
                        <a:ext uri="{FF2B5EF4-FFF2-40B4-BE49-F238E27FC236}">
                          <a16:creationId xmlns:a16="http://schemas.microsoft.com/office/drawing/2014/main" id="{1BF2C89B-F372-9888-AEC7-D708D4FE44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139970" y="428010"/>
                      <a:ext cx="1302327" cy="914060"/>
                      <a:chOff x="6346297" y="3598221"/>
                      <a:chExt cx="1302327" cy="914060"/>
                    </a:xfrm>
                  </p:grpSpPr>
                  <p:sp>
                    <p:nvSpPr>
                      <p:cNvPr id="14" name="Rectangle 13">
                        <a:extLst>
                          <a:ext uri="{FF2B5EF4-FFF2-40B4-BE49-F238E27FC236}">
                            <a16:creationId xmlns:a16="http://schemas.microsoft.com/office/drawing/2014/main" id="{E8FF5529-C272-8500-592B-B0E96C14A1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46297" y="3598221"/>
                        <a:ext cx="1302327" cy="91406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dk1">
                          <a:shade val="15000"/>
                        </a:schemeClr>
                      </a:lnRef>
                      <a:fillRef idx="1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5" name="Oval 14">
                        <a:extLst>
                          <a:ext uri="{FF2B5EF4-FFF2-40B4-BE49-F238E27FC236}">
                            <a16:creationId xmlns:a16="http://schemas.microsoft.com/office/drawing/2014/main" id="{0883EBEB-1D23-AFC5-B052-A99170C23E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6990676" y="4013629"/>
                        <a:ext cx="54930" cy="52039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</p:spPr>
                    <p:style>
                      <a:lnRef idx="2">
                        <a:schemeClr val="dk1">
                          <a:shade val="15000"/>
                        </a:schemeClr>
                      </a:lnRef>
                      <a:fillRef idx="1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pic>
                  <p:nvPicPr>
                    <p:cNvPr id="13" name="Picture 12">
                      <a:extLst>
                        <a:ext uri="{FF2B5EF4-FFF2-40B4-BE49-F238E27FC236}">
                          <a16:creationId xmlns:a16="http://schemas.microsoft.com/office/drawing/2014/main" id="{839B092D-2340-CD6B-B246-B30CBA7464C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11246662" y="319890"/>
                      <a:ext cx="1130300" cy="1130300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42" name="Right Arrow 41">
                    <a:extLst>
                      <a:ext uri="{FF2B5EF4-FFF2-40B4-BE49-F238E27FC236}">
                        <a16:creationId xmlns:a16="http://schemas.microsoft.com/office/drawing/2014/main" id="{07B9268E-F110-639E-3C25-896301419E13}"/>
                      </a:ext>
                    </a:extLst>
                  </p:cNvPr>
                  <p:cNvSpPr/>
                  <p:nvPr/>
                </p:nvSpPr>
                <p:spPr>
                  <a:xfrm>
                    <a:off x="8656215" y="2084816"/>
                    <a:ext cx="272226" cy="158481"/>
                  </a:xfrm>
                  <a:prstGeom prst="rightArrow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9" name="TextBox 48">
                        <a:extLst>
                          <a:ext uri="{FF2B5EF4-FFF2-40B4-BE49-F238E27FC236}">
                            <a16:creationId xmlns:a16="http://schemas.microsoft.com/office/drawing/2014/main" id="{1629A0A6-39F4-BAB0-1385-B58F967DA71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42720" y="2164057"/>
                        <a:ext cx="330347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8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9" name="TextBox 48">
                        <a:extLst>
                          <a:ext uri="{FF2B5EF4-FFF2-40B4-BE49-F238E27FC236}">
                            <a16:creationId xmlns:a16="http://schemas.microsoft.com/office/drawing/2014/main" id="{1629A0A6-39F4-BAB0-1385-B58F967DA71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42720" y="2164057"/>
                        <a:ext cx="330347" cy="215444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0" name="TextBox 49">
                        <a:extLst>
                          <a:ext uri="{FF2B5EF4-FFF2-40B4-BE49-F238E27FC236}">
                            <a16:creationId xmlns:a16="http://schemas.microsoft.com/office/drawing/2014/main" id="{BE39AFF9-BE39-1BB5-0EA3-D627CE94F7B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639454" y="2154945"/>
                        <a:ext cx="327974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0" name="TextBox 49">
                        <a:extLst>
                          <a:ext uri="{FF2B5EF4-FFF2-40B4-BE49-F238E27FC236}">
                            <a16:creationId xmlns:a16="http://schemas.microsoft.com/office/drawing/2014/main" id="{BE39AFF9-BE39-1BB5-0EA3-D627CE94F7B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639454" y="2154945"/>
                        <a:ext cx="327974" cy="215444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5" name="TextBox 54">
                        <a:extLst>
                          <a:ext uri="{FF2B5EF4-FFF2-40B4-BE49-F238E27FC236}">
                            <a16:creationId xmlns:a16="http://schemas.microsoft.com/office/drawing/2014/main" id="{9FC2A9F0-D29A-02F8-0094-D9CD792CA87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00662" y="1760487"/>
                        <a:ext cx="480581" cy="2308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sz="900" b="0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sz="900" b="0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</m:t>
                              </m:r>
                              <m:r>
                                <a:rPr lang="en-US" sz="900" b="0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/0</m:t>
                              </m:r>
                            </m:oMath>
                          </m:oMathPara>
                        </a14:m>
                        <a:endParaRPr lang="en-US" sz="900" dirty="0">
                          <a:solidFill>
                            <a:srgbClr val="008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5" name="TextBox 54">
                        <a:extLst>
                          <a:ext uri="{FF2B5EF4-FFF2-40B4-BE49-F238E27FC236}">
                            <a16:creationId xmlns:a16="http://schemas.microsoft.com/office/drawing/2014/main" id="{9FC2A9F0-D29A-02F8-0094-D9CD792CA87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200662" y="1760487"/>
                        <a:ext cx="480581" cy="230832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b="-526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4B1BFCFB-6892-072B-C7DB-C0E299E50BB1}"/>
                      </a:ext>
                    </a:extLst>
                  </p:cNvPr>
                  <p:cNvSpPr txBox="1"/>
                  <p:nvPr/>
                </p:nvSpPr>
                <p:spPr>
                  <a:xfrm>
                    <a:off x="7939261" y="1934286"/>
                    <a:ext cx="287258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800" dirty="0">
                        <a:solidFill>
                          <a:srgbClr val="008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✔︎</a:t>
                    </a:r>
                  </a:p>
                </p:txBody>
              </p:sp>
            </p:grpSp>
            <p:sp>
              <p:nvSpPr>
                <p:cNvPr id="41" name="Right Arrow 40">
                  <a:extLst>
                    <a:ext uri="{FF2B5EF4-FFF2-40B4-BE49-F238E27FC236}">
                      <a16:creationId xmlns:a16="http://schemas.microsoft.com/office/drawing/2014/main" id="{029F79B6-9896-AAAD-AED9-A90A2A199852}"/>
                    </a:ext>
                  </a:extLst>
                </p:cNvPr>
                <p:cNvSpPr/>
                <p:nvPr/>
              </p:nvSpPr>
              <p:spPr>
                <a:xfrm rot="10800000">
                  <a:off x="7928912" y="2084816"/>
                  <a:ext cx="272226" cy="158481"/>
                </a:xfrm>
                <a:prstGeom prst="rightArrow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0D3079EA-98CB-7B4D-F33C-73C9668E4857}"/>
                  </a:ext>
                </a:extLst>
              </p:cNvPr>
              <p:cNvGrpSpPr/>
              <p:nvPr/>
            </p:nvGrpSpPr>
            <p:grpSpPr>
              <a:xfrm>
                <a:off x="3223099" y="3356813"/>
                <a:ext cx="1636348" cy="1318697"/>
                <a:chOff x="3899706" y="3127173"/>
                <a:chExt cx="1636348" cy="1318697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AB5AB458-532B-FBBD-9CB1-7EF9AC8251A6}"/>
                    </a:ext>
                  </a:extLst>
                </p:cNvPr>
                <p:cNvGrpSpPr/>
                <p:nvPr/>
              </p:nvGrpSpPr>
              <p:grpSpPr>
                <a:xfrm>
                  <a:off x="3899706" y="3713934"/>
                  <a:ext cx="1042842" cy="731936"/>
                  <a:chOff x="9237952" y="3347018"/>
                  <a:chExt cx="1042842" cy="731936"/>
                </a:xfrm>
              </p:grpSpPr>
              <p:grpSp>
                <p:nvGrpSpPr>
                  <p:cNvPr id="7" name="Group 6">
                    <a:extLst>
                      <a:ext uri="{FF2B5EF4-FFF2-40B4-BE49-F238E27FC236}">
                        <a16:creationId xmlns:a16="http://schemas.microsoft.com/office/drawing/2014/main" id="{206AD7A9-B508-6A71-B741-889922907F67}"/>
                      </a:ext>
                    </a:extLst>
                  </p:cNvPr>
                  <p:cNvGrpSpPr/>
                  <p:nvPr/>
                </p:nvGrpSpPr>
                <p:grpSpPr>
                  <a:xfrm>
                    <a:off x="9237952" y="3347018"/>
                    <a:ext cx="1042842" cy="731936"/>
                    <a:chOff x="6096000" y="3598223"/>
                    <a:chExt cx="1302327" cy="914060"/>
                  </a:xfrm>
                </p:grpSpPr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B07B033C-04A9-0526-B654-A03315B702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3598223"/>
                      <a:ext cx="1302327" cy="91406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>
                        <a:shade val="15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" name="Oval 9">
                      <a:extLst>
                        <a:ext uri="{FF2B5EF4-FFF2-40B4-BE49-F238E27FC236}">
                          <a16:creationId xmlns:a16="http://schemas.microsoft.com/office/drawing/2014/main" id="{EBF8BEB4-6597-8183-F302-4DD381CD2F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6719698" y="4029233"/>
                      <a:ext cx="54930" cy="5203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dk1">
                        <a:shade val="15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pic>
                <p:nvPicPr>
                  <p:cNvPr id="8" name="Picture 7">
                    <a:extLst>
                      <a:ext uri="{FF2B5EF4-FFF2-40B4-BE49-F238E27FC236}">
                        <a16:creationId xmlns:a16="http://schemas.microsoft.com/office/drawing/2014/main" id="{C02DF49F-9432-903E-8CFB-F9434DE9603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425952" y="3379564"/>
                    <a:ext cx="666841" cy="66684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5" name="Right Arrow 24">
                  <a:extLst>
                    <a:ext uri="{FF2B5EF4-FFF2-40B4-BE49-F238E27FC236}">
                      <a16:creationId xmlns:a16="http://schemas.microsoft.com/office/drawing/2014/main" id="{21273C1A-050F-BB28-3B00-D623C8D1B7CF}"/>
                    </a:ext>
                  </a:extLst>
                </p:cNvPr>
                <p:cNvSpPr/>
                <p:nvPr/>
              </p:nvSpPr>
              <p:spPr>
                <a:xfrm>
                  <a:off x="4654081" y="4000659"/>
                  <a:ext cx="272226" cy="158481"/>
                </a:xfrm>
                <a:prstGeom prst="rightArrow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ight Arrow 37">
                  <a:extLst>
                    <a:ext uri="{FF2B5EF4-FFF2-40B4-BE49-F238E27FC236}">
                      <a16:creationId xmlns:a16="http://schemas.microsoft.com/office/drawing/2014/main" id="{3DC00059-AF23-C64D-3ABC-2F4EAAE79CB0}"/>
                    </a:ext>
                  </a:extLst>
                </p:cNvPr>
                <p:cNvSpPr/>
                <p:nvPr/>
              </p:nvSpPr>
              <p:spPr>
                <a:xfrm rot="10800000">
                  <a:off x="3915946" y="4000658"/>
                  <a:ext cx="272226" cy="158481"/>
                </a:xfrm>
                <a:prstGeom prst="rightArrow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3CEA393B-452B-825A-51FC-9A9FFB266F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8020" y="4079898"/>
                      <a:ext cx="330347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3CEA393B-452B-825A-51FC-9A9FFB266F9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8020" y="4079898"/>
                      <a:ext cx="330347" cy="21544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F7B1AB65-7FAF-E3A0-E1A1-A19C9C3BE6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24754" y="4070786"/>
                      <a:ext cx="32797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F7B1AB65-7FAF-E3A0-E1A1-A19C9C3BE6D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24754" y="4070786"/>
                      <a:ext cx="327974" cy="21544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506A20A8-0373-C8F4-7775-B6A747B0F1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39581" y="3127173"/>
                      <a:ext cx="69647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8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Sample </a:t>
                      </a:r>
                    </a:p>
                    <a:p>
                      <a:pPr algn="ctr"/>
                      <a:r>
                        <a:rPr lang="en-US" sz="900" dirty="0">
                          <a:solidFill>
                            <a:srgbClr val="008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= </a:t>
                      </a:r>
                      <a14:m>
                        <m:oMath xmlns:m="http://schemas.openxmlformats.org/officeDocument/2006/math">
                          <m:r>
                            <a:rPr lang="en-US" sz="900" b="0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900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oMath>
                      </a14:m>
                      <a:endParaRPr lang="en-US" sz="800" dirty="0">
                        <a:solidFill>
                          <a:srgbClr val="008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506A20A8-0373-C8F4-7775-B6A747B0F1E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39581" y="3127173"/>
                      <a:ext cx="696473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BCFE8A7-9E70-4002-02EA-0AFD18D3ED83}"/>
                  </a:ext>
                </a:extLst>
              </p:cNvPr>
              <p:cNvGrpSpPr/>
              <p:nvPr/>
            </p:nvGrpSpPr>
            <p:grpSpPr>
              <a:xfrm>
                <a:off x="4614188" y="3923657"/>
                <a:ext cx="1066516" cy="825290"/>
                <a:chOff x="4733143" y="3282078"/>
                <a:chExt cx="1066516" cy="825290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D055DA38-9EDD-F348-F51C-79F7947645ED}"/>
                    </a:ext>
                  </a:extLst>
                </p:cNvPr>
                <p:cNvGrpSpPr/>
                <p:nvPr/>
              </p:nvGrpSpPr>
              <p:grpSpPr>
                <a:xfrm>
                  <a:off x="4733143" y="3282078"/>
                  <a:ext cx="1042842" cy="825290"/>
                  <a:chOff x="10033526" y="2808864"/>
                  <a:chExt cx="1042842" cy="825290"/>
                </a:xfrm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0A3779FC-58DA-19E3-5AA2-737D4A6D2080}"/>
                      </a:ext>
                    </a:extLst>
                  </p:cNvPr>
                  <p:cNvGrpSpPr/>
                  <p:nvPr/>
                </p:nvGrpSpPr>
                <p:grpSpPr>
                  <a:xfrm>
                    <a:off x="10033526" y="2836374"/>
                    <a:ext cx="1042842" cy="731936"/>
                    <a:chOff x="6096000" y="3598223"/>
                    <a:chExt cx="1302327" cy="914060"/>
                  </a:xfrm>
                </p:grpSpPr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id="{4B854AC4-CEAB-0E89-DC5C-9EF87BA64F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3598223"/>
                      <a:ext cx="1302327" cy="91406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>
                        <a:shade val="15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9D4609F4-504D-3C8E-FD72-A604C111690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6719698" y="4029233"/>
                      <a:ext cx="54930" cy="5203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dk1">
                        <a:shade val="15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pic>
                <p:nvPicPr>
                  <p:cNvPr id="28" name="Picture 27">
                    <a:extLst>
                      <a:ext uri="{FF2B5EF4-FFF2-40B4-BE49-F238E27FC236}">
                        <a16:creationId xmlns:a16="http://schemas.microsoft.com/office/drawing/2014/main" id="{BAF9C807-63BC-9883-5DED-3928C41A34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0142301" y="2808864"/>
                    <a:ext cx="825290" cy="82529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1" name="Right Arrow 30">
                  <a:extLst>
                    <a:ext uri="{FF2B5EF4-FFF2-40B4-BE49-F238E27FC236}">
                      <a16:creationId xmlns:a16="http://schemas.microsoft.com/office/drawing/2014/main" id="{74EA6853-43D7-717B-A1D6-FA0F2127F042}"/>
                    </a:ext>
                  </a:extLst>
                </p:cNvPr>
                <p:cNvSpPr/>
                <p:nvPr/>
              </p:nvSpPr>
              <p:spPr>
                <a:xfrm>
                  <a:off x="5489294" y="3600344"/>
                  <a:ext cx="272226" cy="158481"/>
                </a:xfrm>
                <a:prstGeom prst="rightArrow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ight Arrow 38">
                  <a:extLst>
                    <a:ext uri="{FF2B5EF4-FFF2-40B4-BE49-F238E27FC236}">
                      <a16:creationId xmlns:a16="http://schemas.microsoft.com/office/drawing/2014/main" id="{A2CE5441-565B-7F97-9403-8A8ED8D0DDCF}"/>
                    </a:ext>
                  </a:extLst>
                </p:cNvPr>
                <p:cNvSpPr/>
                <p:nvPr/>
              </p:nvSpPr>
              <p:spPr>
                <a:xfrm rot="10800000">
                  <a:off x="4742518" y="3620094"/>
                  <a:ext cx="272226" cy="158481"/>
                </a:xfrm>
                <a:prstGeom prst="rightArrow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7021C78B-F4A8-7B16-6D1A-C75F1EEFFD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4951" y="3686630"/>
                      <a:ext cx="330347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7021C78B-F4A8-7B16-6D1A-C75F1EEFFD0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74951" y="3686630"/>
                      <a:ext cx="330347" cy="21544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A8D2D053-8DFF-AB5E-D993-7AD72F73B8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71685" y="3677518"/>
                      <a:ext cx="32797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A8D2D053-8DFF-AB5E-D993-7AD72F73B81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71685" y="3677518"/>
                      <a:ext cx="327974" cy="215444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D687AE1E-410B-E846-A34D-901056837B9F}"/>
                  </a:ext>
                </a:extLst>
              </p:cNvPr>
              <p:cNvGrpSpPr/>
              <p:nvPr/>
            </p:nvGrpSpPr>
            <p:grpSpPr>
              <a:xfrm>
                <a:off x="5985792" y="3950111"/>
                <a:ext cx="1051012" cy="731936"/>
                <a:chOff x="5600830" y="2892550"/>
                <a:chExt cx="1051012" cy="731936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BDCDFBAC-580C-FF2E-A70C-00527195918A}"/>
                    </a:ext>
                  </a:extLst>
                </p:cNvPr>
                <p:cNvGrpSpPr/>
                <p:nvPr/>
              </p:nvGrpSpPr>
              <p:grpSpPr>
                <a:xfrm>
                  <a:off x="5600830" y="2892550"/>
                  <a:ext cx="1042842" cy="731936"/>
                  <a:chOff x="10829099" y="2369567"/>
                  <a:chExt cx="1042842" cy="731936"/>
                </a:xfrm>
              </p:grpSpPr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BFA6DF35-D02D-F8B1-8CD2-CB2C85BA475A}"/>
                      </a:ext>
                    </a:extLst>
                  </p:cNvPr>
                  <p:cNvGrpSpPr/>
                  <p:nvPr/>
                </p:nvGrpSpPr>
                <p:grpSpPr>
                  <a:xfrm>
                    <a:off x="10829099" y="2369567"/>
                    <a:ext cx="1042842" cy="731936"/>
                    <a:chOff x="6096000" y="3598223"/>
                    <a:chExt cx="1302327" cy="914060"/>
                  </a:xfrm>
                </p:grpSpPr>
                <p:sp>
                  <p:nvSpPr>
                    <p:cNvPr id="35" name="Oval 34">
                      <a:extLst>
                        <a:ext uri="{FF2B5EF4-FFF2-40B4-BE49-F238E27FC236}">
                          <a16:creationId xmlns:a16="http://schemas.microsoft.com/office/drawing/2014/main" id="{941BAB8D-291B-61F5-F0A6-E326D78717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6719698" y="4029233"/>
                      <a:ext cx="54930" cy="5203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dk1">
                        <a:shade val="15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6" name="Rectangle 35">
                      <a:extLst>
                        <a:ext uri="{FF2B5EF4-FFF2-40B4-BE49-F238E27FC236}">
                          <a16:creationId xmlns:a16="http://schemas.microsoft.com/office/drawing/2014/main" id="{47A533BC-747D-4CA0-C599-C906E88872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3598223"/>
                      <a:ext cx="1302327" cy="91406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>
                        <a:shade val="15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pic>
                <p:nvPicPr>
                  <p:cNvPr id="34" name="Picture 33">
                    <a:extLst>
                      <a:ext uri="{FF2B5EF4-FFF2-40B4-BE49-F238E27FC236}">
                        <a16:creationId xmlns:a16="http://schemas.microsoft.com/office/drawing/2014/main" id="{0CB6D070-B7F0-32E5-FF85-8D5D5DE071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rcRect t="7936" b="6773"/>
                  <a:stretch>
                    <a:fillRect/>
                  </a:stretch>
                </p:blipFill>
                <p:spPr>
                  <a:xfrm>
                    <a:off x="10920584" y="2369567"/>
                    <a:ext cx="850497" cy="72539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7" name="Right Arrow 36">
                  <a:extLst>
                    <a:ext uri="{FF2B5EF4-FFF2-40B4-BE49-F238E27FC236}">
                      <a16:creationId xmlns:a16="http://schemas.microsoft.com/office/drawing/2014/main" id="{3649F9CC-56F0-4524-215C-91B1D3C0F486}"/>
                    </a:ext>
                  </a:extLst>
                </p:cNvPr>
                <p:cNvSpPr/>
                <p:nvPr/>
              </p:nvSpPr>
              <p:spPr>
                <a:xfrm>
                  <a:off x="6362071" y="3166470"/>
                  <a:ext cx="272226" cy="158481"/>
                </a:xfrm>
                <a:prstGeom prst="rightArrow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" name="Right Arrow 39">
                  <a:extLst>
                    <a:ext uri="{FF2B5EF4-FFF2-40B4-BE49-F238E27FC236}">
                      <a16:creationId xmlns:a16="http://schemas.microsoft.com/office/drawing/2014/main" id="{5D0F4894-9139-530C-2385-33C4145C42E6}"/>
                    </a:ext>
                  </a:extLst>
                </p:cNvPr>
                <p:cNvSpPr/>
                <p:nvPr/>
              </p:nvSpPr>
              <p:spPr>
                <a:xfrm rot="10800000">
                  <a:off x="5617153" y="3182438"/>
                  <a:ext cx="272226" cy="158481"/>
                </a:xfrm>
                <a:prstGeom prst="rightArrow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59B8DDAF-CDB9-AC55-4F78-0E08DEF1FC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27134" y="3260414"/>
                      <a:ext cx="330347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59B8DDAF-CDB9-AC55-4F78-0E08DEF1FC2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27134" y="3260414"/>
                      <a:ext cx="330347" cy="215444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E71F8F91-4294-601B-A32F-B26B751B6B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23868" y="3251302"/>
                      <a:ext cx="32797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8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E71F8F91-4294-601B-A32F-B26B751B6B0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23868" y="3251302"/>
                      <a:ext cx="327974" cy="21544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67" name="Curved Connector 66">
              <a:extLst>
                <a:ext uri="{FF2B5EF4-FFF2-40B4-BE49-F238E27FC236}">
                  <a16:creationId xmlns:a16="http://schemas.microsoft.com/office/drawing/2014/main" id="{148A5444-C934-B0A6-655F-8A229F6AE1C5}"/>
                </a:ext>
              </a:extLst>
            </p:cNvPr>
            <p:cNvCxnSpPr>
              <a:cxnSpLocks/>
              <a:stCxn id="9" idx="0"/>
              <a:endCxn id="28" idx="0"/>
            </p:cNvCxnSpPr>
            <p:nvPr/>
          </p:nvCxnSpPr>
          <p:spPr>
            <a:xfrm rot="5400000" flipH="1" flipV="1">
              <a:off x="4403856" y="460048"/>
              <a:ext cx="19917" cy="1391088"/>
            </a:xfrm>
            <a:prstGeom prst="curvedConnector3">
              <a:avLst>
                <a:gd name="adj1" fmla="val 1247763"/>
              </a:avLst>
            </a:prstGeom>
            <a:ln>
              <a:solidFill>
                <a:srgbClr val="008000"/>
              </a:solidFill>
              <a:prstDash val="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6BE9043-A5A2-5682-0898-87CE5DE33706}"/>
                </a:ext>
              </a:extLst>
            </p:cNvPr>
            <p:cNvSpPr txBox="1"/>
            <p:nvPr/>
          </p:nvSpPr>
          <p:spPr>
            <a:xfrm>
              <a:off x="8144288" y="913657"/>
              <a:ext cx="112723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Reward/no reward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627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3E9D10A-E087-09C4-115A-D11F25511C77}"/>
              </a:ext>
            </a:extLst>
          </p:cNvPr>
          <p:cNvSpPr/>
          <p:nvPr/>
        </p:nvSpPr>
        <p:spPr>
          <a:xfrm>
            <a:off x="4289502" y="1724543"/>
            <a:ext cx="3612996" cy="80288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A09D05-66BA-2EAB-4EE0-D91C6DF698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24" t="28966" r="7635" b="33064"/>
          <a:stretch>
            <a:fillRect/>
          </a:stretch>
        </p:blipFill>
        <p:spPr>
          <a:xfrm>
            <a:off x="4698380" y="1911402"/>
            <a:ext cx="2795239" cy="42916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CA7A5DE-84D6-7B99-65F5-B173EDB935CB}"/>
              </a:ext>
            </a:extLst>
          </p:cNvPr>
          <p:cNvCxnSpPr>
            <a:stCxn id="2" idx="2"/>
          </p:cNvCxnSpPr>
          <p:nvPr/>
        </p:nvCxnSpPr>
        <p:spPr>
          <a:xfrm flipH="1">
            <a:off x="6095999" y="2527431"/>
            <a:ext cx="1" cy="474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8D4668A-A7A2-7E8C-010F-B20127AF1E37}"/>
              </a:ext>
            </a:extLst>
          </p:cNvPr>
          <p:cNvSpPr/>
          <p:nvPr/>
        </p:nvSpPr>
        <p:spPr>
          <a:xfrm>
            <a:off x="4289502" y="3001634"/>
            <a:ext cx="3612996" cy="80288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A526B68-6273-71FF-FDEF-05453095179C}"/>
                  </a:ext>
                </a:extLst>
              </p:cNvPr>
              <p:cNvSpPr/>
              <p:nvPr/>
            </p:nvSpPr>
            <p:spPr>
              <a:xfrm>
                <a:off x="4881667" y="3105452"/>
                <a:ext cx="594000" cy="59525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A526B68-6273-71FF-FDEF-0545309517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667" y="3105452"/>
                <a:ext cx="594000" cy="59525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01763EB-9923-B7E8-A154-A4979D845608}"/>
                  </a:ext>
                </a:extLst>
              </p:cNvPr>
              <p:cNvSpPr/>
              <p:nvPr/>
            </p:nvSpPr>
            <p:spPr>
              <a:xfrm>
                <a:off x="6624352" y="3105452"/>
                <a:ext cx="594000" cy="59525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01763EB-9923-B7E8-A154-A4979D8456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352" y="3105452"/>
                <a:ext cx="594000" cy="59525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1D860F-06AF-FEAA-6DA8-47994D69C761}"/>
              </a:ext>
            </a:extLst>
          </p:cNvPr>
          <p:cNvCxnSpPr/>
          <p:nvPr/>
        </p:nvCxnSpPr>
        <p:spPr>
          <a:xfrm flipH="1">
            <a:off x="6095998" y="3804522"/>
            <a:ext cx="1" cy="474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F85D4A-A729-A6EF-05F2-469366233CE2}"/>
              </a:ext>
            </a:extLst>
          </p:cNvPr>
          <p:cNvSpPr/>
          <p:nvPr/>
        </p:nvSpPr>
        <p:spPr>
          <a:xfrm>
            <a:off x="4289500" y="4278725"/>
            <a:ext cx="3612996" cy="80288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6404AE7E-EDBA-2D87-56A7-EB7B9118A568}"/>
                  </a:ext>
                </a:extLst>
              </p:cNvPr>
              <p:cNvSpPr/>
              <p:nvPr/>
            </p:nvSpPr>
            <p:spPr>
              <a:xfrm>
                <a:off x="4414869" y="4447266"/>
                <a:ext cx="1060798" cy="453239"/>
              </a:xfrm>
              <a:prstGeom prst="roundRect">
                <a:avLst/>
              </a:prstGeom>
              <a:solidFill>
                <a:srgbClr val="B3B3FF"/>
              </a:solidFill>
              <a:ln>
                <a:solidFill>
                  <a:srgbClr val="B3B3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𝑐ℎ𝑜𝑜𝑠𝑒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6404AE7E-EDBA-2D87-56A7-EB7B9118A5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869" y="4447266"/>
                <a:ext cx="1060798" cy="453239"/>
              </a:xfrm>
              <a:prstGeom prst="roundRect">
                <a:avLst/>
              </a:prstGeom>
              <a:blipFill>
                <a:blip r:embed="rId5"/>
                <a:stretch>
                  <a:fillRect l="-2326"/>
                </a:stretch>
              </a:blipFill>
              <a:ln>
                <a:solidFill>
                  <a:srgbClr val="B3B3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FB2BE54A-EC8A-F02B-28D4-9552E37C1976}"/>
                  </a:ext>
                </a:extLst>
              </p:cNvPr>
              <p:cNvSpPr/>
              <p:nvPr/>
            </p:nvSpPr>
            <p:spPr>
              <a:xfrm>
                <a:off x="5601036" y="4447266"/>
                <a:ext cx="1060798" cy="453239"/>
              </a:xfrm>
              <a:prstGeom prst="roundRect">
                <a:avLst/>
              </a:prstGeom>
              <a:solidFill>
                <a:srgbClr val="FFB3B3"/>
              </a:solidFill>
              <a:ln>
                <a:solidFill>
                  <a:srgbClr val="FFB3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𝑐ℎ𝑜𝑜𝑠𝑒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FB2BE54A-EC8A-F02B-28D4-9552E37C19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036" y="4447266"/>
                <a:ext cx="1060798" cy="453239"/>
              </a:xfrm>
              <a:prstGeom prst="roundRect">
                <a:avLst/>
              </a:prstGeom>
              <a:blipFill>
                <a:blip r:embed="rId6"/>
                <a:stretch>
                  <a:fillRect l="-2326"/>
                </a:stretch>
              </a:blipFill>
              <a:ln>
                <a:solidFill>
                  <a:srgbClr val="FFB3B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1A981A21-28B1-79A1-2FA3-0E3652847271}"/>
                  </a:ext>
                </a:extLst>
              </p:cNvPr>
              <p:cNvSpPr/>
              <p:nvPr/>
            </p:nvSpPr>
            <p:spPr>
              <a:xfrm>
                <a:off x="6751766" y="4447266"/>
                <a:ext cx="1060798" cy="453239"/>
              </a:xfrm>
              <a:prstGeom prst="roundRect">
                <a:avLst/>
              </a:prstGeom>
              <a:solidFill>
                <a:srgbClr val="AFD4AF"/>
              </a:solidFill>
              <a:ln>
                <a:solidFill>
                  <a:srgbClr val="AFD4A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1A981A21-28B1-79A1-2FA3-0E3652847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766" y="4447266"/>
                <a:ext cx="1060798" cy="453239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AFD4A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1FA2DC89-52EC-5E68-CE68-0742126D5E3A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6095997" y="3403078"/>
            <a:ext cx="1806501" cy="638545"/>
          </a:xfrm>
          <a:prstGeom prst="bentConnector3">
            <a:avLst>
              <a:gd name="adj1" fmla="val 11265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118D8F-FA52-344C-2C0B-A7D15B2E5499}"/>
              </a:ext>
            </a:extLst>
          </p:cNvPr>
          <p:cNvSpPr txBox="1"/>
          <p:nvPr/>
        </p:nvSpPr>
        <p:spPr>
          <a:xfrm>
            <a:off x="3436801" y="1915797"/>
            <a:ext cx="64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CB0AEA-2AD3-6D73-4737-2717BCE2C7E4}"/>
              </a:ext>
            </a:extLst>
          </p:cNvPr>
          <p:cNvSpPr txBox="1"/>
          <p:nvPr/>
        </p:nvSpPr>
        <p:spPr>
          <a:xfrm>
            <a:off x="3275930" y="3191643"/>
            <a:ext cx="832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Hidden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FC5BD-72CC-B31D-E5D0-23904A255CBA}"/>
              </a:ext>
            </a:extLst>
          </p:cNvPr>
          <p:cNvSpPr txBox="1"/>
          <p:nvPr/>
        </p:nvSpPr>
        <p:spPr>
          <a:xfrm>
            <a:off x="3289297" y="4472643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EB1F359-0CB3-2279-BE82-4986FE50CF9D}"/>
              </a:ext>
            </a:extLst>
          </p:cNvPr>
          <p:cNvSpPr/>
          <p:nvPr/>
        </p:nvSpPr>
        <p:spPr>
          <a:xfrm rot="18858578">
            <a:off x="5294259" y="3098638"/>
            <a:ext cx="1535096" cy="1572542"/>
          </a:xfrm>
          <a:prstGeom prst="arc">
            <a:avLst>
              <a:gd name="adj1" fmla="val 16157885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F44CF179-E0CE-5B4E-20BF-850E5FB85ADB}"/>
              </a:ext>
            </a:extLst>
          </p:cNvPr>
          <p:cNvSpPr/>
          <p:nvPr/>
        </p:nvSpPr>
        <p:spPr>
          <a:xfrm rot="8017476">
            <a:off x="5251506" y="2148293"/>
            <a:ext cx="1535096" cy="1572542"/>
          </a:xfrm>
          <a:prstGeom prst="arc">
            <a:avLst>
              <a:gd name="adj1" fmla="val 16157885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16355A-BA60-071C-E137-B444D5A4B6DC}"/>
              </a:ext>
            </a:extLst>
          </p:cNvPr>
          <p:cNvSpPr>
            <a:spLocks noChangeAspect="1"/>
          </p:cNvSpPr>
          <p:nvPr/>
        </p:nvSpPr>
        <p:spPr>
          <a:xfrm>
            <a:off x="6509991" y="3252920"/>
            <a:ext cx="110355" cy="108000"/>
          </a:xfrm>
          <a:prstGeom prst="ellips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B09F32-8250-59E3-5820-CBA1FB59A66D}"/>
              </a:ext>
            </a:extLst>
          </p:cNvPr>
          <p:cNvSpPr>
            <a:spLocks noChangeAspect="1"/>
          </p:cNvSpPr>
          <p:nvPr/>
        </p:nvSpPr>
        <p:spPr>
          <a:xfrm>
            <a:off x="5458258" y="3455365"/>
            <a:ext cx="110355" cy="108000"/>
          </a:xfrm>
          <a:prstGeom prst="ellips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ircular Arrow 20">
            <a:extLst>
              <a:ext uri="{FF2B5EF4-FFF2-40B4-BE49-F238E27FC236}">
                <a16:creationId xmlns:a16="http://schemas.microsoft.com/office/drawing/2014/main" id="{3C2A3DED-BF50-B3D2-555F-09C80CB5E44A}"/>
              </a:ext>
            </a:extLst>
          </p:cNvPr>
          <p:cNvSpPr/>
          <p:nvPr/>
        </p:nvSpPr>
        <p:spPr>
          <a:xfrm rot="5219297">
            <a:off x="7018246" y="2984397"/>
            <a:ext cx="469232" cy="846767"/>
          </a:xfrm>
          <a:prstGeom prst="circularArrow">
            <a:avLst>
              <a:gd name="adj1" fmla="val 10859"/>
              <a:gd name="adj2" fmla="val 1142319"/>
              <a:gd name="adj3" fmla="val 21277177"/>
              <a:gd name="adj4" fmla="val 10303396"/>
              <a:gd name="adj5" fmla="val 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B9E933E-F738-9B30-FFA9-E1070B197025}"/>
              </a:ext>
            </a:extLst>
          </p:cNvPr>
          <p:cNvSpPr>
            <a:spLocks noChangeAspect="1"/>
          </p:cNvSpPr>
          <p:nvPr/>
        </p:nvSpPr>
        <p:spPr>
          <a:xfrm>
            <a:off x="7171369" y="3563365"/>
            <a:ext cx="110355" cy="108000"/>
          </a:xfrm>
          <a:prstGeom prst="ellips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ircular Arrow 22">
            <a:extLst>
              <a:ext uri="{FF2B5EF4-FFF2-40B4-BE49-F238E27FC236}">
                <a16:creationId xmlns:a16="http://schemas.microsoft.com/office/drawing/2014/main" id="{0ADF2A9D-A4AA-4BD8-C20D-39F4702C6EDE}"/>
              </a:ext>
            </a:extLst>
          </p:cNvPr>
          <p:cNvSpPr/>
          <p:nvPr/>
        </p:nvSpPr>
        <p:spPr>
          <a:xfrm rot="15957892">
            <a:off x="4620914" y="2982162"/>
            <a:ext cx="469232" cy="846767"/>
          </a:xfrm>
          <a:prstGeom prst="circularArrow">
            <a:avLst>
              <a:gd name="adj1" fmla="val 10859"/>
              <a:gd name="adj2" fmla="val 1142319"/>
              <a:gd name="adj3" fmla="val 21277177"/>
              <a:gd name="adj4" fmla="val 10303396"/>
              <a:gd name="adj5" fmla="val 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612092-C88E-3CC4-3EAC-1453EA78D8F0}"/>
              </a:ext>
            </a:extLst>
          </p:cNvPr>
          <p:cNvSpPr>
            <a:spLocks noChangeAspect="1"/>
          </p:cNvSpPr>
          <p:nvPr/>
        </p:nvSpPr>
        <p:spPr>
          <a:xfrm rot="10738595">
            <a:off x="4824487" y="3124229"/>
            <a:ext cx="110355" cy="108000"/>
          </a:xfrm>
          <a:prstGeom prst="ellips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71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AB6361-CA53-4F80-4AB2-4667981B6F16}"/>
              </a:ext>
            </a:extLst>
          </p:cNvPr>
          <p:cNvSpPr txBox="1"/>
          <p:nvPr/>
        </p:nvSpPr>
        <p:spPr>
          <a:xfrm>
            <a:off x="3316941" y="53788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9C69567-1478-FA0C-1E88-3D86B1049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126" y="2048238"/>
            <a:ext cx="2133600" cy="2103718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2F0794D-4768-3445-5901-B73B380501A6}"/>
              </a:ext>
            </a:extLst>
          </p:cNvPr>
          <p:cNvCxnSpPr>
            <a:cxnSpLocks/>
          </p:cNvCxnSpPr>
          <p:nvPr/>
        </p:nvCxnSpPr>
        <p:spPr>
          <a:xfrm>
            <a:off x="1953647" y="3092984"/>
            <a:ext cx="833948" cy="7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Diamond 30">
            <a:extLst>
              <a:ext uri="{FF2B5EF4-FFF2-40B4-BE49-F238E27FC236}">
                <a16:creationId xmlns:a16="http://schemas.microsoft.com/office/drawing/2014/main" id="{ADF77D53-CEC2-894D-BF25-40694624568F}"/>
              </a:ext>
            </a:extLst>
          </p:cNvPr>
          <p:cNvSpPr/>
          <p:nvPr/>
        </p:nvSpPr>
        <p:spPr>
          <a:xfrm>
            <a:off x="6222574" y="2139385"/>
            <a:ext cx="1941534" cy="757048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Policy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73BE0FCB-8767-D936-D0DC-6987DF6EC694}"/>
              </a:ext>
            </a:extLst>
          </p:cNvPr>
          <p:cNvSpPr/>
          <p:nvPr/>
        </p:nvSpPr>
        <p:spPr>
          <a:xfrm>
            <a:off x="6222574" y="3263874"/>
            <a:ext cx="1941534" cy="757048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Value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724A71-0B74-287F-5976-F2405B3FB7C8}"/>
              </a:ext>
            </a:extLst>
          </p:cNvPr>
          <p:cNvSpPr/>
          <p:nvPr/>
        </p:nvSpPr>
        <p:spPr>
          <a:xfrm>
            <a:off x="9490112" y="1944212"/>
            <a:ext cx="1563756" cy="32376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A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7B334F-6D4F-04C1-4D44-B8506AF0F141}"/>
              </a:ext>
            </a:extLst>
          </p:cNvPr>
          <p:cNvSpPr/>
          <p:nvPr/>
        </p:nvSpPr>
        <p:spPr>
          <a:xfrm>
            <a:off x="9475110" y="2345674"/>
            <a:ext cx="1563756" cy="31677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256A48D-85A6-DE68-130A-F1C2E231BFD6}"/>
              </a:ext>
            </a:extLst>
          </p:cNvPr>
          <p:cNvSpPr/>
          <p:nvPr/>
        </p:nvSpPr>
        <p:spPr>
          <a:xfrm>
            <a:off x="9475110" y="2737142"/>
            <a:ext cx="1563756" cy="316771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95C6A56-8CFA-0835-9547-5E147255CFFC}"/>
              </a:ext>
            </a:extLst>
          </p:cNvPr>
          <p:cNvSpPr/>
          <p:nvPr/>
        </p:nvSpPr>
        <p:spPr>
          <a:xfrm>
            <a:off x="9490112" y="3322894"/>
            <a:ext cx="1563756" cy="6053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 Estimate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8DCB92-4039-EE82-8B40-072000923EF2}"/>
              </a:ext>
            </a:extLst>
          </p:cNvPr>
          <p:cNvSpPr txBox="1"/>
          <p:nvPr/>
        </p:nvSpPr>
        <p:spPr>
          <a:xfrm>
            <a:off x="1010093" y="4383524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39F62D-6243-0149-7CEE-49CB9026C0C2}"/>
              </a:ext>
            </a:extLst>
          </p:cNvPr>
          <p:cNvSpPr txBox="1"/>
          <p:nvPr/>
        </p:nvSpPr>
        <p:spPr>
          <a:xfrm>
            <a:off x="3650448" y="4388363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GRU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DCC2C9-71BF-9781-A940-9F50C9F1964A}"/>
              </a:ext>
            </a:extLst>
          </p:cNvPr>
          <p:cNvSpPr txBox="1"/>
          <p:nvPr/>
        </p:nvSpPr>
        <p:spPr>
          <a:xfrm>
            <a:off x="6543826" y="4392549"/>
            <a:ext cx="1332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Actor-Critic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B293F8-DF74-9ECC-CC66-3F6003C226AA}"/>
              </a:ext>
            </a:extLst>
          </p:cNvPr>
          <p:cNvSpPr txBox="1"/>
          <p:nvPr/>
        </p:nvSpPr>
        <p:spPr>
          <a:xfrm>
            <a:off x="9832140" y="440405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EE9E390-A2E8-CE96-67BC-E86BEEB801BF}"/>
              </a:ext>
            </a:extLst>
          </p:cNvPr>
          <p:cNvCxnSpPr>
            <a:cxnSpLocks/>
          </p:cNvCxnSpPr>
          <p:nvPr/>
        </p:nvCxnSpPr>
        <p:spPr>
          <a:xfrm>
            <a:off x="5150099" y="2504060"/>
            <a:ext cx="833948" cy="7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3952041-E498-0148-7C37-AE854BBA06B5}"/>
              </a:ext>
            </a:extLst>
          </p:cNvPr>
          <p:cNvCxnSpPr>
            <a:cxnSpLocks/>
          </p:cNvCxnSpPr>
          <p:nvPr/>
        </p:nvCxnSpPr>
        <p:spPr>
          <a:xfrm>
            <a:off x="5150099" y="3632876"/>
            <a:ext cx="833948" cy="7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9815660-EBED-D611-A638-CE4D2F69F5FA}"/>
              </a:ext>
            </a:extLst>
          </p:cNvPr>
          <p:cNvCxnSpPr>
            <a:cxnSpLocks/>
          </p:cNvCxnSpPr>
          <p:nvPr/>
        </p:nvCxnSpPr>
        <p:spPr>
          <a:xfrm>
            <a:off x="8402635" y="2507616"/>
            <a:ext cx="833948" cy="7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5568B6F-220E-4193-934B-652A3B7EEF62}"/>
              </a:ext>
            </a:extLst>
          </p:cNvPr>
          <p:cNvCxnSpPr>
            <a:cxnSpLocks/>
          </p:cNvCxnSpPr>
          <p:nvPr/>
        </p:nvCxnSpPr>
        <p:spPr>
          <a:xfrm>
            <a:off x="8410136" y="3636432"/>
            <a:ext cx="833948" cy="7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505417-211F-05DB-3DC0-39CA4C41B3AD}"/>
              </a:ext>
            </a:extLst>
          </p:cNvPr>
          <p:cNvGrpSpPr/>
          <p:nvPr/>
        </p:nvGrpSpPr>
        <p:grpSpPr>
          <a:xfrm>
            <a:off x="1097183" y="2138681"/>
            <a:ext cx="594935" cy="2045931"/>
            <a:chOff x="1097183" y="2138681"/>
            <a:chExt cx="594935" cy="2045931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B08CF84-D057-7772-CEC0-10B6532806B7}"/>
                </a:ext>
              </a:extLst>
            </p:cNvPr>
            <p:cNvGrpSpPr/>
            <p:nvPr/>
          </p:nvGrpSpPr>
          <p:grpSpPr>
            <a:xfrm>
              <a:off x="1097183" y="2138681"/>
              <a:ext cx="594935" cy="1715368"/>
              <a:chOff x="0" y="1465490"/>
              <a:chExt cx="1130300" cy="3258977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8BE079C-CB11-B7DB-A542-EB9A3A7810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090" y="1465490"/>
                <a:ext cx="917656" cy="917656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BCEF152F-5B27-6700-AF8A-0F96943646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835" y="3881332"/>
                <a:ext cx="843135" cy="843135"/>
              </a:xfrm>
              <a:prstGeom prst="rect">
                <a:avLst/>
              </a:prstGeom>
            </p:spPr>
          </p:pic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6E06C80-19ED-17A1-7980-28BF60665585}"/>
                  </a:ext>
                </a:extLst>
              </p:cNvPr>
              <p:cNvGrpSpPr/>
              <p:nvPr/>
            </p:nvGrpSpPr>
            <p:grpSpPr>
              <a:xfrm>
                <a:off x="232736" y="1750752"/>
                <a:ext cx="700122" cy="2715934"/>
                <a:chOff x="232736" y="1750752"/>
                <a:chExt cx="700122" cy="2715934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A61B0E9-F9C7-38B6-6902-67CC97F994B1}"/>
                    </a:ext>
                  </a:extLst>
                </p:cNvPr>
                <p:cNvSpPr/>
                <p:nvPr/>
              </p:nvSpPr>
              <p:spPr>
                <a:xfrm rot="16200000">
                  <a:off x="401683" y="4130217"/>
                  <a:ext cx="338400" cy="33453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218EA54C-F31B-DB7F-10BC-0DEC1919DFBC}"/>
                    </a:ext>
                  </a:extLst>
                </p:cNvPr>
                <p:cNvSpPr/>
                <p:nvPr/>
              </p:nvSpPr>
              <p:spPr>
                <a:xfrm rot="16200000">
                  <a:off x="401683" y="3791817"/>
                  <a:ext cx="338400" cy="33453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715FC673-2200-287B-FE81-4016AC01756C}"/>
                    </a:ext>
                  </a:extLst>
                </p:cNvPr>
                <p:cNvSpPr/>
                <p:nvPr/>
              </p:nvSpPr>
              <p:spPr>
                <a:xfrm rot="16200000">
                  <a:off x="401683" y="3449050"/>
                  <a:ext cx="338400" cy="33453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E2830F23-BB9B-C96B-C861-60582C38C1CC}"/>
                    </a:ext>
                  </a:extLst>
                </p:cNvPr>
                <p:cNvSpPr/>
                <p:nvPr/>
              </p:nvSpPr>
              <p:spPr>
                <a:xfrm rot="16200000">
                  <a:off x="401683" y="3110650"/>
                  <a:ext cx="338400" cy="33453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24AC5F25-89AE-B5EA-2780-170DD24174E2}"/>
                    </a:ext>
                  </a:extLst>
                </p:cNvPr>
                <p:cNvSpPr/>
                <p:nvPr/>
              </p:nvSpPr>
              <p:spPr>
                <a:xfrm rot="16200000">
                  <a:off x="401683" y="2772250"/>
                  <a:ext cx="338400" cy="33453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96E9BD2-511E-7F93-F17F-1FDE66824356}"/>
                    </a:ext>
                  </a:extLst>
                </p:cNvPr>
                <p:cNvSpPr/>
                <p:nvPr/>
              </p:nvSpPr>
              <p:spPr>
                <a:xfrm rot="16200000">
                  <a:off x="401683" y="2433850"/>
                  <a:ext cx="338400" cy="33453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8AD3253-49B9-3F72-3EAD-50F6B30DE5E8}"/>
                    </a:ext>
                  </a:extLst>
                </p:cNvPr>
                <p:cNvSpPr/>
                <p:nvPr/>
              </p:nvSpPr>
              <p:spPr>
                <a:xfrm rot="16200000">
                  <a:off x="401683" y="2091083"/>
                  <a:ext cx="338400" cy="33453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23F663A-321E-86E9-B15F-7DC2A9A51EFD}"/>
                    </a:ext>
                  </a:extLst>
                </p:cNvPr>
                <p:cNvSpPr/>
                <p:nvPr/>
              </p:nvSpPr>
              <p:spPr>
                <a:xfrm rot="16200000">
                  <a:off x="401683" y="1752683"/>
                  <a:ext cx="338400" cy="33453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0C5B2335-78AB-5D02-0B85-A6058F5471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16200000">
                  <a:off x="232736" y="3609024"/>
                  <a:ext cx="700122" cy="700122"/>
                </a:xfrm>
                <a:prstGeom prst="rect">
                  <a:avLst/>
                </a:prstGeom>
              </p:spPr>
            </p:pic>
          </p:grp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086173A7-4847-DA68-F346-866704D2D9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98623" y="3133768"/>
                <a:ext cx="968348" cy="968348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FC4D5ED-7CFE-37BC-F1F2-3626033FDE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200000">
                <a:off x="123969" y="2819090"/>
                <a:ext cx="917656" cy="917656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14D7541-22F9-9C76-ACFB-EE3F1BDF76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16200000">
                <a:off x="144629" y="2501351"/>
                <a:ext cx="876335" cy="876335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CC0CE273-C1FB-34C8-1C96-612A14EA0D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6200000">
                <a:off x="80976" y="1781309"/>
                <a:ext cx="968348" cy="968348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6E9614B1-AE6E-84DB-8200-43D4FC7935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2054381"/>
                <a:ext cx="1130300" cy="1130300"/>
              </a:xfrm>
              <a:prstGeom prst="rect">
                <a:avLst/>
              </a:prstGeom>
            </p:spPr>
          </p:pic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1CDAA61-7CEA-D5C3-AB9C-C1DE670370DB}"/>
                </a:ext>
              </a:extLst>
            </p:cNvPr>
            <p:cNvSpPr txBox="1"/>
            <p:nvPr/>
          </p:nvSpPr>
          <p:spPr>
            <a:xfrm rot="5400000">
              <a:off x="1238886" y="3778053"/>
              <a:ext cx="4437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5669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E53B80D-0689-3558-1692-7D4655AB62F1}"/>
              </a:ext>
            </a:extLst>
          </p:cNvPr>
          <p:cNvSpPr/>
          <p:nvPr/>
        </p:nvSpPr>
        <p:spPr>
          <a:xfrm>
            <a:off x="4091492" y="2487342"/>
            <a:ext cx="4163209" cy="17965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01A27-77B2-3F87-8F3F-929A2FCB5772}"/>
              </a:ext>
            </a:extLst>
          </p:cNvPr>
          <p:cNvSpPr txBox="1"/>
          <p:nvPr/>
        </p:nvSpPr>
        <p:spPr>
          <a:xfrm>
            <a:off x="5855809" y="2125097"/>
            <a:ext cx="720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B47C3-678D-9F08-04DC-732BC0E9F8D4}"/>
              </a:ext>
            </a:extLst>
          </p:cNvPr>
          <p:cNvSpPr txBox="1"/>
          <p:nvPr/>
        </p:nvSpPr>
        <p:spPr>
          <a:xfrm>
            <a:off x="4368491" y="2527693"/>
            <a:ext cx="1486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BD1206-288E-2B29-D3AF-78EA7B40513C}"/>
              </a:ext>
            </a:extLst>
          </p:cNvPr>
          <p:cNvSpPr/>
          <p:nvPr/>
        </p:nvSpPr>
        <p:spPr>
          <a:xfrm>
            <a:off x="6560667" y="2878885"/>
            <a:ext cx="1432592" cy="1163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Execution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0B5D35-A098-6F04-A93F-EDA9AFA86CCC}"/>
              </a:ext>
            </a:extLst>
          </p:cNvPr>
          <p:cNvCxnSpPr>
            <a:cxnSpLocks/>
          </p:cNvCxnSpPr>
          <p:nvPr/>
        </p:nvCxnSpPr>
        <p:spPr>
          <a:xfrm>
            <a:off x="5729728" y="3385605"/>
            <a:ext cx="8234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BEBF7D5-0A31-94C0-89B0-B9C0F081EB2B}"/>
              </a:ext>
            </a:extLst>
          </p:cNvPr>
          <p:cNvSpPr/>
          <p:nvPr/>
        </p:nvSpPr>
        <p:spPr>
          <a:xfrm>
            <a:off x="1835459" y="2818049"/>
            <a:ext cx="1432592" cy="11638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Stream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913F78-9F92-A6B7-AE1D-190BCF31B3EB}"/>
              </a:ext>
            </a:extLst>
          </p:cNvPr>
          <p:cNvCxnSpPr>
            <a:cxnSpLocks/>
            <a:stCxn id="10" idx="3"/>
            <a:endCxn id="2" idx="1"/>
          </p:cNvCxnSpPr>
          <p:nvPr/>
        </p:nvCxnSpPr>
        <p:spPr>
          <a:xfrm flipV="1">
            <a:off x="3268051" y="3385606"/>
            <a:ext cx="823441" cy="14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C53338-7485-B838-AF4B-9A478F028B45}"/>
              </a:ext>
            </a:extLst>
          </p:cNvPr>
          <p:cNvCxnSpPr>
            <a:cxnSpLocks/>
          </p:cNvCxnSpPr>
          <p:nvPr/>
        </p:nvCxnSpPr>
        <p:spPr>
          <a:xfrm>
            <a:off x="8254701" y="3385605"/>
            <a:ext cx="8234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74D5640-06BA-3978-4CE4-0BBE2DDE3F3B}"/>
              </a:ext>
            </a:extLst>
          </p:cNvPr>
          <p:cNvSpPr/>
          <p:nvPr/>
        </p:nvSpPr>
        <p:spPr>
          <a:xfrm>
            <a:off x="9078140" y="2878885"/>
            <a:ext cx="1384294" cy="116379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Behavioral Output</a:t>
            </a:r>
          </a:p>
        </p:txBody>
      </p:sp>
      <p:sp>
        <p:nvSpPr>
          <p:cNvPr id="16" name="Lightning Bolt 15">
            <a:extLst>
              <a:ext uri="{FF2B5EF4-FFF2-40B4-BE49-F238E27FC236}">
                <a16:creationId xmlns:a16="http://schemas.microsoft.com/office/drawing/2014/main" id="{D971A787-41A5-D5F0-F824-C1E8DCC22038}"/>
              </a:ext>
            </a:extLst>
          </p:cNvPr>
          <p:cNvSpPr/>
          <p:nvPr/>
        </p:nvSpPr>
        <p:spPr>
          <a:xfrm flipH="1">
            <a:off x="4771331" y="4104610"/>
            <a:ext cx="396892" cy="697383"/>
          </a:xfrm>
          <a:prstGeom prst="lightningBol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Lightning Bolt 16">
            <a:extLst>
              <a:ext uri="{FF2B5EF4-FFF2-40B4-BE49-F238E27FC236}">
                <a16:creationId xmlns:a16="http://schemas.microsoft.com/office/drawing/2014/main" id="{F4C017FD-09C0-4285-ACE6-0B0CCDE04A85}"/>
              </a:ext>
            </a:extLst>
          </p:cNvPr>
          <p:cNvSpPr/>
          <p:nvPr/>
        </p:nvSpPr>
        <p:spPr>
          <a:xfrm flipH="1">
            <a:off x="7074698" y="4104610"/>
            <a:ext cx="396892" cy="697383"/>
          </a:xfrm>
          <a:prstGeom prst="lightningBol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4614EB-43DB-B3A1-202E-AF2E29108E3C}"/>
                  </a:ext>
                </a:extLst>
              </p:cNvPr>
              <p:cNvSpPr txBox="1"/>
              <p:nvPr/>
            </p:nvSpPr>
            <p:spPr>
              <a:xfrm>
                <a:off x="4625516" y="4803633"/>
                <a:ext cx="3618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4614EB-43DB-B3A1-202E-AF2E29108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516" y="4803633"/>
                <a:ext cx="36189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CAA48F-5345-DC13-66BE-7F157CFA5AEB}"/>
                  </a:ext>
                </a:extLst>
              </p:cNvPr>
              <p:cNvSpPr txBox="1"/>
              <p:nvPr/>
            </p:nvSpPr>
            <p:spPr>
              <a:xfrm>
                <a:off x="7018298" y="4801993"/>
                <a:ext cx="377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CAA48F-5345-DC13-66BE-7F157CFA5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298" y="4801993"/>
                <a:ext cx="377346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1255B71-2FDD-ACC2-9608-BC780B7229BB}"/>
              </a:ext>
            </a:extLst>
          </p:cNvPr>
          <p:cNvSpPr/>
          <p:nvPr/>
        </p:nvSpPr>
        <p:spPr>
          <a:xfrm>
            <a:off x="4289637" y="2847101"/>
            <a:ext cx="1432592" cy="116379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Inference,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Integration,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A9712D-2EF7-65BF-40E4-3184009213CA}"/>
              </a:ext>
            </a:extLst>
          </p:cNvPr>
          <p:cNvSpPr txBox="1"/>
          <p:nvPr/>
        </p:nvSpPr>
        <p:spPr>
          <a:xfrm>
            <a:off x="1897088" y="2125097"/>
            <a:ext cx="1335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305663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4C20B2-75AE-8F30-D6B2-E800D7DA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621" y="1416785"/>
            <a:ext cx="4633391" cy="46333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30BABA-BA79-7B0B-E31D-0691ED6DE7C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rcRect/>
          <a:stretch/>
        </p:blipFill>
        <p:spPr>
          <a:xfrm>
            <a:off x="954740" y="1812025"/>
            <a:ext cx="3872753" cy="387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1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588020-8689-99CC-1691-3C56075D6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211" y="1001247"/>
            <a:ext cx="1017397" cy="101739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AE4B510-81B9-4422-A4C7-393AF9963A5C}"/>
              </a:ext>
            </a:extLst>
          </p:cNvPr>
          <p:cNvGrpSpPr/>
          <p:nvPr/>
        </p:nvGrpSpPr>
        <p:grpSpPr>
          <a:xfrm>
            <a:off x="8162502" y="3970990"/>
            <a:ext cx="1042842" cy="731936"/>
            <a:chOff x="6096000" y="3598223"/>
            <a:chExt cx="1302327" cy="91406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36ECCE3-0040-3D8A-0125-6075A95F7B80}"/>
                </a:ext>
              </a:extLst>
            </p:cNvPr>
            <p:cNvSpPr/>
            <p:nvPr/>
          </p:nvSpPr>
          <p:spPr>
            <a:xfrm>
              <a:off x="6096000" y="3598223"/>
              <a:ext cx="1302327" cy="9140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27E991-E3C1-CAB7-B5D6-980865C945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19698" y="4029233"/>
              <a:ext cx="54930" cy="520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6FE22A4-F157-9193-D270-C68C062E33E6}"/>
              </a:ext>
            </a:extLst>
          </p:cNvPr>
          <p:cNvGrpSpPr/>
          <p:nvPr/>
        </p:nvGrpSpPr>
        <p:grpSpPr>
          <a:xfrm>
            <a:off x="8907495" y="3544929"/>
            <a:ext cx="1042842" cy="731936"/>
            <a:chOff x="9237952" y="3347018"/>
            <a:chExt cx="1042842" cy="73193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7938376-2CFF-1DA4-C25C-C019967F2E10}"/>
                </a:ext>
              </a:extLst>
            </p:cNvPr>
            <p:cNvGrpSpPr/>
            <p:nvPr/>
          </p:nvGrpSpPr>
          <p:grpSpPr>
            <a:xfrm>
              <a:off x="9237952" y="3347018"/>
              <a:ext cx="1042842" cy="731936"/>
              <a:chOff x="6096000" y="3598223"/>
              <a:chExt cx="1302327" cy="91406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7A11C69-4905-544F-DA37-2EF426CA951C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43F668C-EEE8-17F7-C7D3-8A22E6C26A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EC2D6F5-D7FF-66E4-ADC6-3D6A4A672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25952" y="3379564"/>
              <a:ext cx="666841" cy="666841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D5C0060-4454-3FF0-CC54-D94B661C62FF}"/>
              </a:ext>
            </a:extLst>
          </p:cNvPr>
          <p:cNvGrpSpPr/>
          <p:nvPr/>
        </p:nvGrpSpPr>
        <p:grpSpPr>
          <a:xfrm>
            <a:off x="12639317" y="1465629"/>
            <a:ext cx="1042842" cy="905091"/>
            <a:chOff x="11139970" y="319890"/>
            <a:chExt cx="1302327" cy="11303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DF60BA4-4103-8A53-A230-0F97FD48E3CE}"/>
                </a:ext>
              </a:extLst>
            </p:cNvPr>
            <p:cNvGrpSpPr/>
            <p:nvPr/>
          </p:nvGrpSpPr>
          <p:grpSpPr>
            <a:xfrm>
              <a:off x="11139970" y="428010"/>
              <a:ext cx="1302327" cy="914060"/>
              <a:chOff x="6346297" y="3598221"/>
              <a:chExt cx="1302327" cy="91406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6525349-308D-8F83-C2AF-B1ABB2A3860B}"/>
                  </a:ext>
                </a:extLst>
              </p:cNvPr>
              <p:cNvSpPr/>
              <p:nvPr/>
            </p:nvSpPr>
            <p:spPr>
              <a:xfrm>
                <a:off x="6346297" y="3598221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FD985C04-DEF0-9E9E-25B4-ADA004AF78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90676" y="4013629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0" name="Left Arrow 49">
              <a:extLst>
                <a:ext uri="{FF2B5EF4-FFF2-40B4-BE49-F238E27FC236}">
                  <a16:creationId xmlns:a16="http://schemas.microsoft.com/office/drawing/2014/main" id="{080C8522-48F1-B1A7-DC4F-B64A95FFDA1E}"/>
                </a:ext>
              </a:extLst>
            </p:cNvPr>
            <p:cNvSpPr/>
            <p:nvPr/>
          </p:nvSpPr>
          <p:spPr>
            <a:xfrm>
              <a:off x="11181327" y="821223"/>
              <a:ext cx="260575" cy="109367"/>
            </a:xfrm>
            <a:prstGeom prst="leftArrow">
              <a:avLst>
                <a:gd name="adj1" fmla="val 34659"/>
                <a:gd name="adj2" fmla="val 57671"/>
              </a:avLst>
            </a:prstGeom>
            <a:solidFill>
              <a:srgbClr val="B3B3FE"/>
            </a:solidFill>
            <a:ln>
              <a:solidFill>
                <a:srgbClr val="B3B3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75B5EE3-235B-C0D8-3A39-4CE74F87C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46662" y="319890"/>
              <a:ext cx="1130300" cy="113030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4E7A8F0-6DA3-2DCC-CC62-79984C0BF259}"/>
                </a:ext>
              </a:extLst>
            </p:cNvPr>
            <p:cNvSpPr txBox="1"/>
            <p:nvPr/>
          </p:nvSpPr>
          <p:spPr>
            <a:xfrm>
              <a:off x="11160932" y="860318"/>
              <a:ext cx="348727" cy="32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rgbClr val="B3B3F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EDADF2E-FAC4-B262-E51D-5F81CDDC0989}"/>
              </a:ext>
            </a:extLst>
          </p:cNvPr>
          <p:cNvGrpSpPr/>
          <p:nvPr/>
        </p:nvGrpSpPr>
        <p:grpSpPr>
          <a:xfrm>
            <a:off x="9643445" y="3134270"/>
            <a:ext cx="1042842" cy="825290"/>
            <a:chOff x="10033526" y="2808864"/>
            <a:chExt cx="1042842" cy="82529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76E82BA-EDBE-9B34-D9F0-2F24AA707392}"/>
                </a:ext>
              </a:extLst>
            </p:cNvPr>
            <p:cNvGrpSpPr/>
            <p:nvPr/>
          </p:nvGrpSpPr>
          <p:grpSpPr>
            <a:xfrm>
              <a:off x="10033526" y="2836374"/>
              <a:ext cx="1042842" cy="731936"/>
              <a:chOff x="6096000" y="3598223"/>
              <a:chExt cx="1302327" cy="91406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2DD881D-F73B-BBD4-74A0-DE8FFE7CE38C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7E8FE67-0347-1129-A007-A070577A462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B2173063-0B9E-D001-8FDC-DAB5087E1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42301" y="2808864"/>
              <a:ext cx="825290" cy="825290"/>
            </a:xfrm>
            <a:prstGeom prst="rect">
              <a:avLst/>
            </a:prstGeom>
          </p:spPr>
        </p:pic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0F068F5-9FD0-F135-3F9A-C7A30AFC4CDE}"/>
              </a:ext>
            </a:extLst>
          </p:cNvPr>
          <p:cNvCxnSpPr>
            <a:cxnSpLocks/>
          </p:cNvCxnSpPr>
          <p:nvPr/>
        </p:nvCxnSpPr>
        <p:spPr>
          <a:xfrm flipV="1">
            <a:off x="7032145" y="1144721"/>
            <a:ext cx="6326939" cy="3411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8D2E298-AD6E-72D2-5A29-3498B35F85D9}"/>
              </a:ext>
            </a:extLst>
          </p:cNvPr>
          <p:cNvSpPr txBox="1"/>
          <p:nvPr/>
        </p:nvSpPr>
        <p:spPr>
          <a:xfrm>
            <a:off x="7402282" y="3718585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B95464-9BA9-93B2-8A70-1B55D18637D4}"/>
              </a:ext>
            </a:extLst>
          </p:cNvPr>
          <p:cNvSpPr txBox="1"/>
          <p:nvPr/>
        </p:nvSpPr>
        <p:spPr>
          <a:xfrm>
            <a:off x="8204360" y="3213087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20A9A1-BAC8-5A7D-A2E4-059EC424B00B}"/>
              </a:ext>
            </a:extLst>
          </p:cNvPr>
          <p:cNvSpPr txBox="1"/>
          <p:nvPr/>
        </p:nvSpPr>
        <p:spPr>
          <a:xfrm>
            <a:off x="8985681" y="2818002"/>
            <a:ext cx="845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6B70F8-6217-36A8-FCCB-53A7677926BF}"/>
              </a:ext>
            </a:extLst>
          </p:cNvPr>
          <p:cNvSpPr txBox="1"/>
          <p:nvPr/>
        </p:nvSpPr>
        <p:spPr>
          <a:xfrm>
            <a:off x="9752085" y="2370720"/>
            <a:ext cx="821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DFA467-FC4A-5FA1-716C-C5D4471CFB2F}"/>
              </a:ext>
            </a:extLst>
          </p:cNvPr>
          <p:cNvSpPr txBox="1"/>
          <p:nvPr/>
        </p:nvSpPr>
        <p:spPr>
          <a:xfrm>
            <a:off x="11801640" y="1249867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Saccade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BAB24E-9EE2-206C-C25A-6D8DA27A2EB2}"/>
              </a:ext>
            </a:extLst>
          </p:cNvPr>
          <p:cNvSpPr txBox="1"/>
          <p:nvPr/>
        </p:nvSpPr>
        <p:spPr>
          <a:xfrm rot="19505220">
            <a:off x="8966477" y="2103455"/>
            <a:ext cx="11805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Time steps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7F4B5362-06B2-F018-5DF3-498F9C665379}"/>
              </a:ext>
            </a:extLst>
          </p:cNvPr>
          <p:cNvSpPr/>
          <p:nvPr/>
        </p:nvSpPr>
        <p:spPr>
          <a:xfrm>
            <a:off x="-1264197" y="2345617"/>
            <a:ext cx="5587913" cy="381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F364E-8454-09A9-22D5-47F9C20F19A4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</a:blip>
          <a:srcRect/>
          <a:stretch/>
        </p:blipFill>
        <p:spPr>
          <a:xfrm>
            <a:off x="-2123293" y="1094356"/>
            <a:ext cx="833877" cy="833877"/>
          </a:xfrm>
          <a:prstGeom prst="rect">
            <a:avLst/>
          </a:prstGeom>
        </p:spPr>
      </p:pic>
      <p:sp>
        <p:nvSpPr>
          <p:cNvPr id="238" name="Rectangle 237">
            <a:extLst>
              <a:ext uri="{FF2B5EF4-FFF2-40B4-BE49-F238E27FC236}">
                <a16:creationId xmlns:a16="http://schemas.microsoft.com/office/drawing/2014/main" id="{6AE9192F-A1D5-6F2B-1255-F46C17ED6843}"/>
              </a:ext>
            </a:extLst>
          </p:cNvPr>
          <p:cNvSpPr/>
          <p:nvPr/>
        </p:nvSpPr>
        <p:spPr>
          <a:xfrm>
            <a:off x="-894956" y="2037188"/>
            <a:ext cx="5587913" cy="381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67A13F19-8670-4530-F07B-384D53E2CE30}"/>
              </a:ext>
            </a:extLst>
          </p:cNvPr>
          <p:cNvSpPr/>
          <p:nvPr/>
        </p:nvSpPr>
        <p:spPr>
          <a:xfrm>
            <a:off x="-473967" y="1725126"/>
            <a:ext cx="5587913" cy="381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EA0D03C7-D752-8E6C-3FE6-83B3BB26FF7A}"/>
              </a:ext>
            </a:extLst>
          </p:cNvPr>
          <p:cNvSpPr/>
          <p:nvPr/>
        </p:nvSpPr>
        <p:spPr>
          <a:xfrm>
            <a:off x="-33698" y="1428940"/>
            <a:ext cx="5587913" cy="381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97DCB500-615A-A2E0-0C88-AC047AC4DC54}"/>
                  </a:ext>
                </a:extLst>
              </p:cNvPr>
              <p:cNvSpPr txBox="1"/>
              <p:nvPr/>
            </p:nvSpPr>
            <p:spPr>
              <a:xfrm>
                <a:off x="-1257178" y="5869312"/>
                <a:ext cx="63023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97DCB500-615A-A2E0-0C88-AC047AC4D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57178" y="5869312"/>
                <a:ext cx="630237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865A6AFF-77A6-4558-2E91-305B6A8E5759}"/>
                  </a:ext>
                </a:extLst>
              </p:cNvPr>
              <p:cNvSpPr txBox="1"/>
              <p:nvPr/>
            </p:nvSpPr>
            <p:spPr>
              <a:xfrm>
                <a:off x="-883034" y="5552406"/>
                <a:ext cx="63023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865A6AFF-77A6-4558-2E91-305B6A8E5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3034" y="5552406"/>
                <a:ext cx="63023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D9B14AD9-CF22-DB13-008A-4406A3739EB9}"/>
                  </a:ext>
                </a:extLst>
              </p:cNvPr>
              <p:cNvSpPr txBox="1"/>
              <p:nvPr/>
            </p:nvSpPr>
            <p:spPr>
              <a:xfrm>
                <a:off x="-472067" y="5244015"/>
                <a:ext cx="63023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D9B14AD9-CF22-DB13-008A-4406A3739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2067" y="5244015"/>
                <a:ext cx="630237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" name="TextBox 244">
            <a:extLst>
              <a:ext uri="{FF2B5EF4-FFF2-40B4-BE49-F238E27FC236}">
                <a16:creationId xmlns:a16="http://schemas.microsoft.com/office/drawing/2014/main" id="{E5709E7D-79E2-BB3B-4084-0648CABB53C8}"/>
              </a:ext>
            </a:extLst>
          </p:cNvPr>
          <p:cNvSpPr txBox="1"/>
          <p:nvPr/>
        </p:nvSpPr>
        <p:spPr>
          <a:xfrm>
            <a:off x="1804460" y="4748991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…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5CFFE9F-DE8A-FF48-0886-32908DEC20AC}"/>
              </a:ext>
            </a:extLst>
          </p:cNvPr>
          <p:cNvSpPr/>
          <p:nvPr/>
        </p:nvSpPr>
        <p:spPr>
          <a:xfrm>
            <a:off x="378993" y="1145569"/>
            <a:ext cx="5587913" cy="381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349A7002-415B-5FAB-B04E-C1A4D30C3C30}"/>
                  </a:ext>
                </a:extLst>
              </p:cNvPr>
              <p:cNvSpPr txBox="1"/>
              <p:nvPr/>
            </p:nvSpPr>
            <p:spPr>
              <a:xfrm>
                <a:off x="379097" y="4657952"/>
                <a:ext cx="6666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349A7002-415B-5FAB-B04E-C1A4D30C3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7" y="4657952"/>
                <a:ext cx="666657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9BC4083D-A3E2-BE13-311F-8627C59A95A9}"/>
              </a:ext>
            </a:extLst>
          </p:cNvPr>
          <p:cNvSpPr/>
          <p:nvPr/>
        </p:nvSpPr>
        <p:spPr>
          <a:xfrm>
            <a:off x="1921615" y="1388367"/>
            <a:ext cx="3612996" cy="80288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3FE42268-ACA2-CD2F-A306-94EFEB0F2B7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724" t="28966" r="7635" b="33064"/>
          <a:stretch>
            <a:fillRect/>
          </a:stretch>
        </p:blipFill>
        <p:spPr>
          <a:xfrm>
            <a:off x="2330493" y="1575226"/>
            <a:ext cx="2795239" cy="429169"/>
          </a:xfrm>
          <a:prstGeom prst="rect">
            <a:avLst/>
          </a:prstGeom>
        </p:spPr>
      </p:pic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7C744CE0-F31B-B4AF-5F4D-5EFCD1185B03}"/>
              </a:ext>
            </a:extLst>
          </p:cNvPr>
          <p:cNvCxnSpPr>
            <a:stCxn id="176" idx="2"/>
          </p:cNvCxnSpPr>
          <p:nvPr/>
        </p:nvCxnSpPr>
        <p:spPr>
          <a:xfrm flipH="1">
            <a:off x="3728112" y="2191255"/>
            <a:ext cx="1" cy="474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D637879F-24E6-E0BC-0463-1C12D8EB21BE}"/>
              </a:ext>
            </a:extLst>
          </p:cNvPr>
          <p:cNvSpPr/>
          <p:nvPr/>
        </p:nvSpPr>
        <p:spPr>
          <a:xfrm>
            <a:off x="1921615" y="2665458"/>
            <a:ext cx="3612996" cy="80288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900E3488-F8E2-2875-4746-11120228FF33}"/>
                  </a:ext>
                </a:extLst>
              </p:cNvPr>
              <p:cNvSpPr/>
              <p:nvPr/>
            </p:nvSpPr>
            <p:spPr>
              <a:xfrm>
                <a:off x="2513780" y="2769276"/>
                <a:ext cx="594000" cy="59525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900E3488-F8E2-2875-4746-11120228FF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780" y="2769276"/>
                <a:ext cx="594000" cy="595252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E86629C6-F49F-9E9B-D325-4458FC0C8C70}"/>
                  </a:ext>
                </a:extLst>
              </p:cNvPr>
              <p:cNvSpPr/>
              <p:nvPr/>
            </p:nvSpPr>
            <p:spPr>
              <a:xfrm>
                <a:off x="4256465" y="2769276"/>
                <a:ext cx="594000" cy="59525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E86629C6-F49F-9E9B-D325-4458FC0C8C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465" y="2769276"/>
                <a:ext cx="594000" cy="595252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8F070E2F-BE59-C90C-8048-AE8F0E8785A1}"/>
              </a:ext>
            </a:extLst>
          </p:cNvPr>
          <p:cNvCxnSpPr/>
          <p:nvPr/>
        </p:nvCxnSpPr>
        <p:spPr>
          <a:xfrm flipH="1">
            <a:off x="3728111" y="3468346"/>
            <a:ext cx="1" cy="474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3B58356A-0C7F-22FE-1B14-3C2AC8BF5CBB}"/>
              </a:ext>
            </a:extLst>
          </p:cNvPr>
          <p:cNvSpPr/>
          <p:nvPr/>
        </p:nvSpPr>
        <p:spPr>
          <a:xfrm>
            <a:off x="1921613" y="3942549"/>
            <a:ext cx="3612996" cy="80288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Rounded Rectangle 184">
                <a:extLst>
                  <a:ext uri="{FF2B5EF4-FFF2-40B4-BE49-F238E27FC236}">
                    <a16:creationId xmlns:a16="http://schemas.microsoft.com/office/drawing/2014/main" id="{0A77EEA7-0D16-A83D-A6CB-CABF2A11CF10}"/>
                  </a:ext>
                </a:extLst>
              </p:cNvPr>
              <p:cNvSpPr/>
              <p:nvPr/>
            </p:nvSpPr>
            <p:spPr>
              <a:xfrm>
                <a:off x="2046982" y="4111090"/>
                <a:ext cx="1060798" cy="453239"/>
              </a:xfrm>
              <a:prstGeom prst="roundRect">
                <a:avLst/>
              </a:prstGeom>
              <a:solidFill>
                <a:srgbClr val="B3B3FF"/>
              </a:solidFill>
              <a:ln>
                <a:solidFill>
                  <a:srgbClr val="B3B3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𝑐ℎ𝑜𝑜𝑠𝑒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5" name="Rounded Rectangle 184">
                <a:extLst>
                  <a:ext uri="{FF2B5EF4-FFF2-40B4-BE49-F238E27FC236}">
                    <a16:creationId xmlns:a16="http://schemas.microsoft.com/office/drawing/2014/main" id="{0A77EEA7-0D16-A83D-A6CB-CABF2A11CF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982" y="4111090"/>
                <a:ext cx="1060798" cy="453239"/>
              </a:xfrm>
              <a:prstGeom prst="roundRect">
                <a:avLst/>
              </a:prstGeom>
              <a:blipFill>
                <a:blip r:embed="rId15"/>
                <a:stretch>
                  <a:fillRect l="-2326"/>
                </a:stretch>
              </a:blipFill>
              <a:ln>
                <a:solidFill>
                  <a:srgbClr val="B3B3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65273E2A-5D02-B8B8-ECD4-742B4CB2D8C4}"/>
                  </a:ext>
                </a:extLst>
              </p:cNvPr>
              <p:cNvSpPr/>
              <p:nvPr/>
            </p:nvSpPr>
            <p:spPr>
              <a:xfrm>
                <a:off x="3233149" y="4111090"/>
                <a:ext cx="1060798" cy="453239"/>
              </a:xfrm>
              <a:prstGeom prst="roundRect">
                <a:avLst/>
              </a:prstGeom>
              <a:solidFill>
                <a:srgbClr val="FFB3B3"/>
              </a:solidFill>
              <a:ln>
                <a:solidFill>
                  <a:srgbClr val="FFB3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𝑐ℎ𝑜𝑜𝑠𝑒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65273E2A-5D02-B8B8-ECD4-742B4CB2D8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149" y="4111090"/>
                <a:ext cx="1060798" cy="453239"/>
              </a:xfrm>
              <a:prstGeom prst="roundRect">
                <a:avLst/>
              </a:prstGeom>
              <a:blipFill>
                <a:blip r:embed="rId16"/>
                <a:stretch>
                  <a:fillRect l="-1163"/>
                </a:stretch>
              </a:blipFill>
              <a:ln>
                <a:solidFill>
                  <a:srgbClr val="FFB3B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Rounded Rectangle 186">
                <a:extLst>
                  <a:ext uri="{FF2B5EF4-FFF2-40B4-BE49-F238E27FC236}">
                    <a16:creationId xmlns:a16="http://schemas.microsoft.com/office/drawing/2014/main" id="{B705011C-4A87-2BB2-7406-7F7CD2D232F4}"/>
                  </a:ext>
                </a:extLst>
              </p:cNvPr>
              <p:cNvSpPr/>
              <p:nvPr/>
            </p:nvSpPr>
            <p:spPr>
              <a:xfrm>
                <a:off x="4383879" y="4111090"/>
                <a:ext cx="1060798" cy="453239"/>
              </a:xfrm>
              <a:prstGeom prst="roundRect">
                <a:avLst/>
              </a:prstGeom>
              <a:solidFill>
                <a:srgbClr val="AFD4AF"/>
              </a:solidFill>
              <a:ln>
                <a:solidFill>
                  <a:srgbClr val="AFD4A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7" name="Rounded Rectangle 186">
                <a:extLst>
                  <a:ext uri="{FF2B5EF4-FFF2-40B4-BE49-F238E27FC236}">
                    <a16:creationId xmlns:a16="http://schemas.microsoft.com/office/drawing/2014/main" id="{B705011C-4A87-2BB2-7406-7F7CD2D232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879" y="4111090"/>
                <a:ext cx="1060798" cy="453239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rgbClr val="AFD4A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8" name="Elbow Connector 187">
            <a:extLst>
              <a:ext uri="{FF2B5EF4-FFF2-40B4-BE49-F238E27FC236}">
                <a16:creationId xmlns:a16="http://schemas.microsoft.com/office/drawing/2014/main" id="{2DE891A0-F8CF-ECBA-ECFF-016CE6FEEA18}"/>
              </a:ext>
            </a:extLst>
          </p:cNvPr>
          <p:cNvCxnSpPr>
            <a:cxnSpLocks/>
            <a:endCxn id="180" idx="3"/>
          </p:cNvCxnSpPr>
          <p:nvPr/>
        </p:nvCxnSpPr>
        <p:spPr>
          <a:xfrm flipV="1">
            <a:off x="3728110" y="3066902"/>
            <a:ext cx="1806501" cy="638545"/>
          </a:xfrm>
          <a:prstGeom prst="bentConnector3">
            <a:avLst>
              <a:gd name="adj1" fmla="val 11265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1A047233-790A-7377-22B9-3225853FC26B}"/>
              </a:ext>
            </a:extLst>
          </p:cNvPr>
          <p:cNvSpPr txBox="1"/>
          <p:nvPr/>
        </p:nvSpPr>
        <p:spPr>
          <a:xfrm>
            <a:off x="836684" y="1579621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A872189-6472-C6E3-02CC-39C0AF763E8B}"/>
              </a:ext>
            </a:extLst>
          </p:cNvPr>
          <p:cNvSpPr txBox="1"/>
          <p:nvPr/>
        </p:nvSpPr>
        <p:spPr>
          <a:xfrm>
            <a:off x="763255" y="2873835"/>
            <a:ext cx="832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Hidden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D228B99-A00B-4910-4844-6F49671D02CC}"/>
              </a:ext>
            </a:extLst>
          </p:cNvPr>
          <p:cNvSpPr txBox="1"/>
          <p:nvPr/>
        </p:nvSpPr>
        <p:spPr>
          <a:xfrm>
            <a:off x="755756" y="4168432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  <p:sp>
        <p:nvSpPr>
          <p:cNvPr id="192" name="Arc 191">
            <a:extLst>
              <a:ext uri="{FF2B5EF4-FFF2-40B4-BE49-F238E27FC236}">
                <a16:creationId xmlns:a16="http://schemas.microsoft.com/office/drawing/2014/main" id="{7D4D1D9C-09A7-5922-C379-DE60074C89D6}"/>
              </a:ext>
            </a:extLst>
          </p:cNvPr>
          <p:cNvSpPr/>
          <p:nvPr/>
        </p:nvSpPr>
        <p:spPr>
          <a:xfrm rot="18858578">
            <a:off x="2926372" y="2762462"/>
            <a:ext cx="1535096" cy="1572542"/>
          </a:xfrm>
          <a:prstGeom prst="arc">
            <a:avLst>
              <a:gd name="adj1" fmla="val 16157885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3" name="Arc 192">
            <a:extLst>
              <a:ext uri="{FF2B5EF4-FFF2-40B4-BE49-F238E27FC236}">
                <a16:creationId xmlns:a16="http://schemas.microsoft.com/office/drawing/2014/main" id="{CA70DA36-8886-2A41-CC3E-DE8E13691567}"/>
              </a:ext>
            </a:extLst>
          </p:cNvPr>
          <p:cNvSpPr/>
          <p:nvPr/>
        </p:nvSpPr>
        <p:spPr>
          <a:xfrm rot="8017476">
            <a:off x="2883619" y="1812117"/>
            <a:ext cx="1535096" cy="1572542"/>
          </a:xfrm>
          <a:prstGeom prst="arc">
            <a:avLst>
              <a:gd name="adj1" fmla="val 16157885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973DA566-22A1-BE09-309A-13D6C1A805BB}"/>
              </a:ext>
            </a:extLst>
          </p:cNvPr>
          <p:cNvSpPr>
            <a:spLocks noChangeAspect="1"/>
          </p:cNvSpPr>
          <p:nvPr/>
        </p:nvSpPr>
        <p:spPr>
          <a:xfrm>
            <a:off x="4142104" y="2916744"/>
            <a:ext cx="110355" cy="108000"/>
          </a:xfrm>
          <a:prstGeom prst="ellips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DE59F906-1833-1191-F71D-889D76590126}"/>
              </a:ext>
            </a:extLst>
          </p:cNvPr>
          <p:cNvSpPr>
            <a:spLocks noChangeAspect="1"/>
          </p:cNvSpPr>
          <p:nvPr/>
        </p:nvSpPr>
        <p:spPr>
          <a:xfrm>
            <a:off x="3090371" y="3119189"/>
            <a:ext cx="110355" cy="108000"/>
          </a:xfrm>
          <a:prstGeom prst="ellips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Circular Arrow 195">
            <a:extLst>
              <a:ext uri="{FF2B5EF4-FFF2-40B4-BE49-F238E27FC236}">
                <a16:creationId xmlns:a16="http://schemas.microsoft.com/office/drawing/2014/main" id="{F1A3E998-5D33-B84F-2F1E-F6BB0935E2CC}"/>
              </a:ext>
            </a:extLst>
          </p:cNvPr>
          <p:cNvSpPr/>
          <p:nvPr/>
        </p:nvSpPr>
        <p:spPr>
          <a:xfrm rot="5219297">
            <a:off x="4650359" y="2648221"/>
            <a:ext cx="469232" cy="846767"/>
          </a:xfrm>
          <a:prstGeom prst="circularArrow">
            <a:avLst>
              <a:gd name="adj1" fmla="val 10859"/>
              <a:gd name="adj2" fmla="val 1142319"/>
              <a:gd name="adj3" fmla="val 21277177"/>
              <a:gd name="adj4" fmla="val 10303396"/>
              <a:gd name="adj5" fmla="val 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44C23BEF-CF32-A2B0-25C7-878416DF4139}"/>
              </a:ext>
            </a:extLst>
          </p:cNvPr>
          <p:cNvSpPr>
            <a:spLocks noChangeAspect="1"/>
          </p:cNvSpPr>
          <p:nvPr/>
        </p:nvSpPr>
        <p:spPr>
          <a:xfrm>
            <a:off x="4803482" y="3227189"/>
            <a:ext cx="110355" cy="108000"/>
          </a:xfrm>
          <a:prstGeom prst="ellips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Circular Arrow 197">
            <a:extLst>
              <a:ext uri="{FF2B5EF4-FFF2-40B4-BE49-F238E27FC236}">
                <a16:creationId xmlns:a16="http://schemas.microsoft.com/office/drawing/2014/main" id="{EAB512A8-4C27-BD9A-4E56-65137DA1FE63}"/>
              </a:ext>
            </a:extLst>
          </p:cNvPr>
          <p:cNvSpPr/>
          <p:nvPr/>
        </p:nvSpPr>
        <p:spPr>
          <a:xfrm rot="15957892">
            <a:off x="2253027" y="2645986"/>
            <a:ext cx="469232" cy="846767"/>
          </a:xfrm>
          <a:prstGeom prst="circularArrow">
            <a:avLst>
              <a:gd name="adj1" fmla="val 10859"/>
              <a:gd name="adj2" fmla="val 1142319"/>
              <a:gd name="adj3" fmla="val 21277177"/>
              <a:gd name="adj4" fmla="val 10303396"/>
              <a:gd name="adj5" fmla="val 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603EC003-6A81-8256-3CF1-A33403E4A2AD}"/>
              </a:ext>
            </a:extLst>
          </p:cNvPr>
          <p:cNvSpPr>
            <a:spLocks noChangeAspect="1"/>
          </p:cNvSpPr>
          <p:nvPr/>
        </p:nvSpPr>
        <p:spPr>
          <a:xfrm rot="10738595">
            <a:off x="2456600" y="2788053"/>
            <a:ext cx="110355" cy="108000"/>
          </a:xfrm>
          <a:prstGeom prst="ellips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9" name="Elbow Connector 248">
            <a:extLst>
              <a:ext uri="{FF2B5EF4-FFF2-40B4-BE49-F238E27FC236}">
                <a16:creationId xmlns:a16="http://schemas.microsoft.com/office/drawing/2014/main" id="{96982A96-D8F2-C402-BC51-71A9527BDB20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4323716" y="4276865"/>
            <a:ext cx="5105200" cy="17556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1" name="Elbow Connector 250">
            <a:extLst>
              <a:ext uri="{FF2B5EF4-FFF2-40B4-BE49-F238E27FC236}">
                <a16:creationId xmlns:a16="http://schemas.microsoft.com/office/drawing/2014/main" id="{2263BD8C-B91E-D031-31B6-98432242B30A}"/>
              </a:ext>
            </a:extLst>
          </p:cNvPr>
          <p:cNvCxnSpPr>
            <a:cxnSpLocks/>
          </p:cNvCxnSpPr>
          <p:nvPr/>
        </p:nvCxnSpPr>
        <p:spPr>
          <a:xfrm flipV="1">
            <a:off x="4700928" y="3910510"/>
            <a:ext cx="5463937" cy="1798178"/>
          </a:xfrm>
          <a:prstGeom prst="bentConnector3">
            <a:avLst>
              <a:gd name="adj1" fmla="val 9994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3" name="Elbow Connector 252">
            <a:extLst>
              <a:ext uri="{FF2B5EF4-FFF2-40B4-BE49-F238E27FC236}">
                <a16:creationId xmlns:a16="http://schemas.microsoft.com/office/drawing/2014/main" id="{70E4FD6D-6220-855F-7830-E960F95428C7}"/>
              </a:ext>
            </a:extLst>
          </p:cNvPr>
          <p:cNvCxnSpPr>
            <a:cxnSpLocks/>
          </p:cNvCxnSpPr>
          <p:nvPr/>
        </p:nvCxnSpPr>
        <p:spPr>
          <a:xfrm flipV="1">
            <a:off x="5113946" y="3471747"/>
            <a:ext cx="5856775" cy="191247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5" name="Elbow Connector 254">
            <a:extLst>
              <a:ext uri="{FF2B5EF4-FFF2-40B4-BE49-F238E27FC236}">
                <a16:creationId xmlns:a16="http://schemas.microsoft.com/office/drawing/2014/main" id="{96DF5B5E-3982-992E-6A60-D03CBF3B42DE}"/>
              </a:ext>
            </a:extLst>
          </p:cNvPr>
          <p:cNvCxnSpPr>
            <a:cxnSpLocks/>
          </p:cNvCxnSpPr>
          <p:nvPr/>
        </p:nvCxnSpPr>
        <p:spPr>
          <a:xfrm flipV="1">
            <a:off x="5968379" y="2310829"/>
            <a:ext cx="7208918" cy="2526727"/>
          </a:xfrm>
          <a:prstGeom prst="bentConnector3">
            <a:avLst>
              <a:gd name="adj1" fmla="val 10003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Elbow Connector 256">
            <a:extLst>
              <a:ext uri="{FF2B5EF4-FFF2-40B4-BE49-F238E27FC236}">
                <a16:creationId xmlns:a16="http://schemas.microsoft.com/office/drawing/2014/main" id="{9CA9512C-2066-3ACC-99CA-60EBB676067D}"/>
              </a:ext>
            </a:extLst>
          </p:cNvPr>
          <p:cNvCxnSpPr>
            <a:cxnSpLocks/>
            <a:endCxn id="261" idx="4"/>
          </p:cNvCxnSpPr>
          <p:nvPr/>
        </p:nvCxnSpPr>
        <p:spPr>
          <a:xfrm flipV="1">
            <a:off x="5554215" y="2382829"/>
            <a:ext cx="6520294" cy="27343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0" name="Oval 259">
            <a:extLst>
              <a:ext uri="{FF2B5EF4-FFF2-40B4-BE49-F238E27FC236}">
                <a16:creationId xmlns:a16="http://schemas.microsoft.com/office/drawing/2014/main" id="{5030928F-68CA-87B6-B14C-7CFFE1F0AD8A}"/>
              </a:ext>
            </a:extLst>
          </p:cNvPr>
          <p:cNvSpPr/>
          <p:nvPr/>
        </p:nvSpPr>
        <p:spPr>
          <a:xfrm>
            <a:off x="11681066" y="2526388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F9202FC4-3437-FAE5-5A4B-2C2CE7B45233}"/>
              </a:ext>
            </a:extLst>
          </p:cNvPr>
          <p:cNvSpPr/>
          <p:nvPr/>
        </p:nvSpPr>
        <p:spPr>
          <a:xfrm>
            <a:off x="12035960" y="2310829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5F066C0E-5367-54A2-4ABF-FDD1BFCA1781}"/>
              </a:ext>
            </a:extLst>
          </p:cNvPr>
          <p:cNvSpPr/>
          <p:nvPr/>
        </p:nvSpPr>
        <p:spPr>
          <a:xfrm>
            <a:off x="12308844" y="2119255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E94C3E8D-517E-FDA4-9438-C55AE2A305B0}"/>
              </a:ext>
            </a:extLst>
          </p:cNvPr>
          <p:cNvSpPr txBox="1"/>
          <p:nvPr/>
        </p:nvSpPr>
        <p:spPr>
          <a:xfrm>
            <a:off x="10377554" y="5603707"/>
            <a:ext cx="2302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Maximize the likelihood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B26DCE-8427-65D5-FB60-072E89C89056}"/>
              </a:ext>
            </a:extLst>
          </p:cNvPr>
          <p:cNvGrpSpPr/>
          <p:nvPr/>
        </p:nvGrpSpPr>
        <p:grpSpPr>
          <a:xfrm>
            <a:off x="10453987" y="2664438"/>
            <a:ext cx="1042842" cy="850497"/>
            <a:chOff x="10829099" y="2302075"/>
            <a:chExt cx="1042842" cy="85049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19E093D-174A-5C2A-1373-7728527EE623}"/>
                </a:ext>
              </a:extLst>
            </p:cNvPr>
            <p:cNvGrpSpPr/>
            <p:nvPr/>
          </p:nvGrpSpPr>
          <p:grpSpPr>
            <a:xfrm>
              <a:off x="10829099" y="2369567"/>
              <a:ext cx="1042842" cy="731936"/>
              <a:chOff x="6096000" y="3598223"/>
              <a:chExt cx="1302327" cy="91406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FE86044-0580-4352-F7E4-7405FDC2D75F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F54909E-3D4D-D974-B5AA-C54D3E5507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1E3B537-853C-8ABF-6F3F-887423483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920584" y="2302075"/>
              <a:ext cx="850497" cy="850497"/>
            </a:xfrm>
            <a:prstGeom prst="rect">
              <a:avLst/>
            </a:prstGeom>
          </p:spPr>
        </p:pic>
      </p:grpSp>
      <p:pic>
        <p:nvPicPr>
          <p:cNvPr id="72" name="Picture 71">
            <a:extLst>
              <a:ext uri="{FF2B5EF4-FFF2-40B4-BE49-F238E27FC236}">
                <a16:creationId xmlns:a16="http://schemas.microsoft.com/office/drawing/2014/main" id="{0194CAC1-084E-B753-65AD-659373FF586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113057" y="6428812"/>
            <a:ext cx="2888982" cy="158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53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921242-47C3-107B-5B18-BC52E2F7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2" y="1357507"/>
            <a:ext cx="1017397" cy="101739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47F1902-FF6F-EFB8-F503-BE7F079CF7ED}"/>
              </a:ext>
            </a:extLst>
          </p:cNvPr>
          <p:cNvGrpSpPr/>
          <p:nvPr/>
        </p:nvGrpSpPr>
        <p:grpSpPr>
          <a:xfrm>
            <a:off x="1965548" y="5111716"/>
            <a:ext cx="1042842" cy="731936"/>
            <a:chOff x="6096000" y="3598223"/>
            <a:chExt cx="1302327" cy="9140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1D01AD-3D15-D8FE-F7D0-0B2B24480A1B}"/>
                </a:ext>
              </a:extLst>
            </p:cNvPr>
            <p:cNvSpPr/>
            <p:nvPr/>
          </p:nvSpPr>
          <p:spPr>
            <a:xfrm>
              <a:off x="6096000" y="3598223"/>
              <a:ext cx="1302327" cy="9140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A704B2F-6602-AE3A-FFF3-8595620678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19698" y="4029233"/>
              <a:ext cx="54930" cy="520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F1C9A33-D53A-5CDE-87CF-F429E8E6B7CB}"/>
              </a:ext>
            </a:extLst>
          </p:cNvPr>
          <p:cNvGrpSpPr/>
          <p:nvPr/>
        </p:nvGrpSpPr>
        <p:grpSpPr>
          <a:xfrm>
            <a:off x="3282751" y="5111716"/>
            <a:ext cx="1042842" cy="731936"/>
            <a:chOff x="9237952" y="3347018"/>
            <a:chExt cx="1042842" cy="7319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4FD0AF3-0D8E-2784-ABEB-A1CD24B2877E}"/>
                </a:ext>
              </a:extLst>
            </p:cNvPr>
            <p:cNvGrpSpPr/>
            <p:nvPr/>
          </p:nvGrpSpPr>
          <p:grpSpPr>
            <a:xfrm>
              <a:off x="9237952" y="3347018"/>
              <a:ext cx="1042842" cy="731936"/>
              <a:chOff x="6096000" y="3598223"/>
              <a:chExt cx="1302327" cy="91406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4CBA1AF-0BF6-A9B3-2977-918BDE83944E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FA692A4-CA96-27CF-1AFB-AAC979270C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56A99C7-DEC2-28C0-9D1A-47EB20570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25952" y="3379564"/>
              <a:ext cx="666841" cy="666841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506396-5B66-26F2-B66B-43F3DE52C77E}"/>
              </a:ext>
            </a:extLst>
          </p:cNvPr>
          <p:cNvGrpSpPr/>
          <p:nvPr/>
        </p:nvGrpSpPr>
        <p:grpSpPr>
          <a:xfrm>
            <a:off x="8133382" y="5022927"/>
            <a:ext cx="1042842" cy="905091"/>
            <a:chOff x="11139970" y="319890"/>
            <a:chExt cx="1302327" cy="11303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188101F-E51C-4B24-4787-07A76AC4DB4F}"/>
                </a:ext>
              </a:extLst>
            </p:cNvPr>
            <p:cNvGrpSpPr/>
            <p:nvPr/>
          </p:nvGrpSpPr>
          <p:grpSpPr>
            <a:xfrm>
              <a:off x="11139970" y="428010"/>
              <a:ext cx="1302327" cy="914060"/>
              <a:chOff x="6346297" y="3598221"/>
              <a:chExt cx="1302327" cy="91406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D00A58C-0ACA-7F47-5010-2157C8EFBE48}"/>
                  </a:ext>
                </a:extLst>
              </p:cNvPr>
              <p:cNvSpPr/>
              <p:nvPr/>
            </p:nvSpPr>
            <p:spPr>
              <a:xfrm>
                <a:off x="6346297" y="3598221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AF563CE-DAF7-97A6-7F98-CB37D20EDC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90676" y="4013629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Left Arrow 12">
              <a:extLst>
                <a:ext uri="{FF2B5EF4-FFF2-40B4-BE49-F238E27FC236}">
                  <a16:creationId xmlns:a16="http://schemas.microsoft.com/office/drawing/2014/main" id="{728042F6-453F-BFBD-385A-3DEBD9398FD4}"/>
                </a:ext>
              </a:extLst>
            </p:cNvPr>
            <p:cNvSpPr/>
            <p:nvPr/>
          </p:nvSpPr>
          <p:spPr>
            <a:xfrm>
              <a:off x="11181327" y="821223"/>
              <a:ext cx="260575" cy="109367"/>
            </a:xfrm>
            <a:prstGeom prst="leftArrow">
              <a:avLst>
                <a:gd name="adj1" fmla="val 34659"/>
                <a:gd name="adj2" fmla="val 57671"/>
              </a:avLst>
            </a:prstGeom>
            <a:solidFill>
              <a:srgbClr val="B3B3FE"/>
            </a:solidFill>
            <a:ln>
              <a:solidFill>
                <a:srgbClr val="B3B3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BFE9FDB-1ADB-33DA-41CC-CFE822D3F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46662" y="319890"/>
              <a:ext cx="1130300" cy="11303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59B199-D9E1-C552-F484-499F563B6680}"/>
                </a:ext>
              </a:extLst>
            </p:cNvPr>
            <p:cNvSpPr txBox="1"/>
            <p:nvPr/>
          </p:nvSpPr>
          <p:spPr>
            <a:xfrm>
              <a:off x="11160932" y="860318"/>
              <a:ext cx="348727" cy="32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rgbClr val="B3B3F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1CD6371-2C11-3BC3-3A5D-F2C10214913A}"/>
              </a:ext>
            </a:extLst>
          </p:cNvPr>
          <p:cNvGrpSpPr/>
          <p:nvPr/>
        </p:nvGrpSpPr>
        <p:grpSpPr>
          <a:xfrm>
            <a:off x="4533583" y="5089325"/>
            <a:ext cx="1042842" cy="825290"/>
            <a:chOff x="10033526" y="2808864"/>
            <a:chExt cx="1042842" cy="82529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B34BAAD-58DC-A06A-57C1-7831A91E690A}"/>
                </a:ext>
              </a:extLst>
            </p:cNvPr>
            <p:cNvGrpSpPr/>
            <p:nvPr/>
          </p:nvGrpSpPr>
          <p:grpSpPr>
            <a:xfrm>
              <a:off x="10033526" y="2836374"/>
              <a:ext cx="1042842" cy="731936"/>
              <a:chOff x="6096000" y="3598223"/>
              <a:chExt cx="1302327" cy="91406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EED24BF-533E-50F0-9644-42DBB9C02B99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1BF8A6F-C167-DA9F-222E-982C92B49C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440FF10-180C-EA5B-80A6-07CE413C0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42301" y="2808864"/>
              <a:ext cx="825290" cy="825290"/>
            </a:xfrm>
            <a:prstGeom prst="rect">
              <a:avLst/>
            </a:prstGeom>
          </p:spPr>
        </p:pic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15FBB0-B1ED-B6AC-7B51-C5CEACABCF2C}"/>
              </a:ext>
            </a:extLst>
          </p:cNvPr>
          <p:cNvCxnSpPr>
            <a:cxnSpLocks/>
          </p:cNvCxnSpPr>
          <p:nvPr/>
        </p:nvCxnSpPr>
        <p:spPr>
          <a:xfrm>
            <a:off x="1839181" y="6016263"/>
            <a:ext cx="82785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07EC7C-B347-E169-23D1-9FCCF3B341DD}"/>
              </a:ext>
            </a:extLst>
          </p:cNvPr>
          <p:cNvSpPr txBox="1"/>
          <p:nvPr/>
        </p:nvSpPr>
        <p:spPr>
          <a:xfrm>
            <a:off x="2126132" y="6045256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E6E5E1-8096-217C-8FDD-F69248005628}"/>
              </a:ext>
            </a:extLst>
          </p:cNvPr>
          <p:cNvSpPr txBox="1"/>
          <p:nvPr/>
        </p:nvSpPr>
        <p:spPr>
          <a:xfrm>
            <a:off x="3377260" y="6045256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E27EE6-14F8-C472-AAEE-5FA76ABFF5AE}"/>
              </a:ext>
            </a:extLst>
          </p:cNvPr>
          <p:cNvSpPr txBox="1"/>
          <p:nvPr/>
        </p:nvSpPr>
        <p:spPr>
          <a:xfrm>
            <a:off x="4694838" y="6045256"/>
            <a:ext cx="845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529BA9-1542-E775-1F29-CEC806ABD3EB}"/>
              </a:ext>
            </a:extLst>
          </p:cNvPr>
          <p:cNvSpPr txBox="1"/>
          <p:nvPr/>
        </p:nvSpPr>
        <p:spPr>
          <a:xfrm>
            <a:off x="5919430" y="6053020"/>
            <a:ext cx="821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AC7441-E1DF-FAF4-411D-9D3E33076818}"/>
              </a:ext>
            </a:extLst>
          </p:cNvPr>
          <p:cNvSpPr txBox="1"/>
          <p:nvPr/>
        </p:nvSpPr>
        <p:spPr>
          <a:xfrm>
            <a:off x="8258878" y="6063458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Saccade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FB62FE-0E9F-91B8-88F9-1E893DD99D2F}"/>
              </a:ext>
            </a:extLst>
          </p:cNvPr>
          <p:cNvSpPr txBox="1"/>
          <p:nvPr/>
        </p:nvSpPr>
        <p:spPr>
          <a:xfrm>
            <a:off x="5035211" y="6346709"/>
            <a:ext cx="11805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Time steps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C964678-7C89-D970-68C4-C1DB58350AF5}"/>
              </a:ext>
            </a:extLst>
          </p:cNvPr>
          <p:cNvSpPr/>
          <p:nvPr/>
        </p:nvSpPr>
        <p:spPr>
          <a:xfrm>
            <a:off x="7138913" y="5440742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F3627F7-3070-BF7F-191F-280FD807E7B8}"/>
              </a:ext>
            </a:extLst>
          </p:cNvPr>
          <p:cNvSpPr/>
          <p:nvPr/>
        </p:nvSpPr>
        <p:spPr>
          <a:xfrm>
            <a:off x="7494272" y="5440742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E451FBE-6EF2-38AA-5094-653855FDF49B}"/>
              </a:ext>
            </a:extLst>
          </p:cNvPr>
          <p:cNvSpPr/>
          <p:nvPr/>
        </p:nvSpPr>
        <p:spPr>
          <a:xfrm>
            <a:off x="7813827" y="5439474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36C8392-0DB9-3510-372A-E9589A13CC7F}"/>
              </a:ext>
            </a:extLst>
          </p:cNvPr>
          <p:cNvGrpSpPr/>
          <p:nvPr/>
        </p:nvGrpSpPr>
        <p:grpSpPr>
          <a:xfrm>
            <a:off x="5836248" y="5050225"/>
            <a:ext cx="1042842" cy="850497"/>
            <a:chOff x="10829099" y="2302075"/>
            <a:chExt cx="1042842" cy="85049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BAE072D-B332-07C0-06C4-0837E5993FFE}"/>
                </a:ext>
              </a:extLst>
            </p:cNvPr>
            <p:cNvGrpSpPr/>
            <p:nvPr/>
          </p:nvGrpSpPr>
          <p:grpSpPr>
            <a:xfrm>
              <a:off x="10829099" y="2369567"/>
              <a:ext cx="1042842" cy="731936"/>
              <a:chOff x="6096000" y="3598223"/>
              <a:chExt cx="1302327" cy="91406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61D1F26-7C1C-B21E-1240-91E426356EC3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0D15A1A-B995-E344-EEC4-DB539C3292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52639C59-8CBE-8DAB-AA37-1C851AFEB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920584" y="2302075"/>
              <a:ext cx="850497" cy="850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7187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C81FE2F-3779-A195-F9D0-F3ACDAAF0580}"/>
              </a:ext>
            </a:extLst>
          </p:cNvPr>
          <p:cNvSpPr/>
          <p:nvPr/>
        </p:nvSpPr>
        <p:spPr>
          <a:xfrm>
            <a:off x="1921615" y="1388367"/>
            <a:ext cx="3612996" cy="80288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4B51B-2161-D065-4A2C-477E1C2D8A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24" t="28966" r="7635" b="33064"/>
          <a:stretch>
            <a:fillRect/>
          </a:stretch>
        </p:blipFill>
        <p:spPr>
          <a:xfrm>
            <a:off x="2330493" y="1575226"/>
            <a:ext cx="2795239" cy="42916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C7EBB1-C9CF-646F-8AB0-B6F8832C23A1}"/>
              </a:ext>
            </a:extLst>
          </p:cNvPr>
          <p:cNvCxnSpPr>
            <a:stCxn id="4" idx="2"/>
          </p:cNvCxnSpPr>
          <p:nvPr/>
        </p:nvCxnSpPr>
        <p:spPr>
          <a:xfrm flipH="1">
            <a:off x="3728112" y="2191255"/>
            <a:ext cx="1" cy="474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497FCA5-0F6E-4486-61B5-9FAB29DDF815}"/>
              </a:ext>
            </a:extLst>
          </p:cNvPr>
          <p:cNvSpPr/>
          <p:nvPr/>
        </p:nvSpPr>
        <p:spPr>
          <a:xfrm>
            <a:off x="1921615" y="2665458"/>
            <a:ext cx="3612996" cy="80288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1CDE247-3920-F737-40AD-F13C4FF01F64}"/>
                  </a:ext>
                </a:extLst>
              </p:cNvPr>
              <p:cNvSpPr/>
              <p:nvPr/>
            </p:nvSpPr>
            <p:spPr>
              <a:xfrm>
                <a:off x="2513780" y="2769276"/>
                <a:ext cx="594000" cy="59525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1CDE247-3920-F737-40AD-F13C4FF01F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780" y="2769276"/>
                <a:ext cx="594000" cy="59525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A823541-967A-A7E3-CD16-097D668C4E9D}"/>
                  </a:ext>
                </a:extLst>
              </p:cNvPr>
              <p:cNvSpPr/>
              <p:nvPr/>
            </p:nvSpPr>
            <p:spPr>
              <a:xfrm>
                <a:off x="4256465" y="2769276"/>
                <a:ext cx="594000" cy="59525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A823541-967A-A7E3-CD16-097D668C4E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465" y="2769276"/>
                <a:ext cx="594000" cy="59525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C06166-597B-9497-321A-76244BBF9836}"/>
              </a:ext>
            </a:extLst>
          </p:cNvPr>
          <p:cNvCxnSpPr/>
          <p:nvPr/>
        </p:nvCxnSpPr>
        <p:spPr>
          <a:xfrm flipH="1">
            <a:off x="3728111" y="3468346"/>
            <a:ext cx="1" cy="474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1B74D42-D2E2-9BC5-51CC-87DD9028A9A9}"/>
              </a:ext>
            </a:extLst>
          </p:cNvPr>
          <p:cNvSpPr/>
          <p:nvPr/>
        </p:nvSpPr>
        <p:spPr>
          <a:xfrm>
            <a:off x="1921613" y="3942549"/>
            <a:ext cx="3612996" cy="80288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EDEB4ADC-EEE1-7B9E-895C-C06C69217979}"/>
                  </a:ext>
                </a:extLst>
              </p:cNvPr>
              <p:cNvSpPr/>
              <p:nvPr/>
            </p:nvSpPr>
            <p:spPr>
              <a:xfrm>
                <a:off x="2046982" y="4111090"/>
                <a:ext cx="1060798" cy="453239"/>
              </a:xfrm>
              <a:prstGeom prst="roundRect">
                <a:avLst/>
              </a:prstGeom>
              <a:solidFill>
                <a:srgbClr val="B3B3FF"/>
              </a:solidFill>
              <a:ln>
                <a:solidFill>
                  <a:srgbClr val="B3B3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𝑐ℎ𝑜𝑜𝑠𝑒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EDEB4ADC-EEE1-7B9E-895C-C06C692179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982" y="4111090"/>
                <a:ext cx="1060798" cy="453239"/>
              </a:xfrm>
              <a:prstGeom prst="roundRect">
                <a:avLst/>
              </a:prstGeom>
              <a:blipFill>
                <a:blip r:embed="rId6"/>
                <a:stretch>
                  <a:fillRect l="-2326"/>
                </a:stretch>
              </a:blipFill>
              <a:ln>
                <a:solidFill>
                  <a:srgbClr val="B3B3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F465792C-30BB-3F37-87D7-0F6F2105AB8A}"/>
                  </a:ext>
                </a:extLst>
              </p:cNvPr>
              <p:cNvSpPr/>
              <p:nvPr/>
            </p:nvSpPr>
            <p:spPr>
              <a:xfrm>
                <a:off x="3233149" y="4111090"/>
                <a:ext cx="1060798" cy="453239"/>
              </a:xfrm>
              <a:prstGeom prst="roundRect">
                <a:avLst/>
              </a:prstGeom>
              <a:solidFill>
                <a:srgbClr val="FFB3B3"/>
              </a:solidFill>
              <a:ln>
                <a:solidFill>
                  <a:srgbClr val="FFB3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𝑐ℎ𝑜𝑜𝑠𝑒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F465792C-30BB-3F37-87D7-0F6F2105AB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149" y="4111090"/>
                <a:ext cx="1060798" cy="453239"/>
              </a:xfrm>
              <a:prstGeom prst="roundRect">
                <a:avLst/>
              </a:prstGeom>
              <a:blipFill>
                <a:blip r:embed="rId7"/>
                <a:stretch>
                  <a:fillRect l="-1163"/>
                </a:stretch>
              </a:blipFill>
              <a:ln>
                <a:solidFill>
                  <a:srgbClr val="FFB3B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05263722-330D-37E8-8684-74395BBAAEB4}"/>
                  </a:ext>
                </a:extLst>
              </p:cNvPr>
              <p:cNvSpPr/>
              <p:nvPr/>
            </p:nvSpPr>
            <p:spPr>
              <a:xfrm>
                <a:off x="4383879" y="4111090"/>
                <a:ext cx="1060798" cy="453239"/>
              </a:xfrm>
              <a:prstGeom prst="roundRect">
                <a:avLst/>
              </a:prstGeom>
              <a:solidFill>
                <a:srgbClr val="AFD4AF"/>
              </a:solidFill>
              <a:ln>
                <a:solidFill>
                  <a:srgbClr val="AFD4A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05263722-330D-37E8-8684-74395BBAAE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879" y="4111090"/>
                <a:ext cx="1060798" cy="453239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AFD4A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EA14D401-5694-4D5C-DB38-48FCF698D0D6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3728110" y="3066902"/>
            <a:ext cx="1806501" cy="638545"/>
          </a:xfrm>
          <a:prstGeom prst="bentConnector3">
            <a:avLst>
              <a:gd name="adj1" fmla="val 11265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712D73A-8EEF-84CE-6C35-5AAAC1DB6E7A}"/>
              </a:ext>
            </a:extLst>
          </p:cNvPr>
          <p:cNvSpPr txBox="1"/>
          <p:nvPr/>
        </p:nvSpPr>
        <p:spPr>
          <a:xfrm>
            <a:off x="1068914" y="1579621"/>
            <a:ext cx="64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ED9352-66C1-0C97-2EA9-408505EFE081}"/>
              </a:ext>
            </a:extLst>
          </p:cNvPr>
          <p:cNvSpPr txBox="1"/>
          <p:nvPr/>
        </p:nvSpPr>
        <p:spPr>
          <a:xfrm>
            <a:off x="908043" y="2855467"/>
            <a:ext cx="832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Hidden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E9FC09-C3CE-771C-3078-787FACC3D67B}"/>
              </a:ext>
            </a:extLst>
          </p:cNvPr>
          <p:cNvSpPr txBox="1"/>
          <p:nvPr/>
        </p:nvSpPr>
        <p:spPr>
          <a:xfrm>
            <a:off x="921410" y="4136467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C906D98-D523-C14A-53B6-A4ADD7ABB92E}"/>
              </a:ext>
            </a:extLst>
          </p:cNvPr>
          <p:cNvSpPr/>
          <p:nvPr/>
        </p:nvSpPr>
        <p:spPr>
          <a:xfrm rot="18858578">
            <a:off x="2926372" y="2762462"/>
            <a:ext cx="1535096" cy="1572542"/>
          </a:xfrm>
          <a:prstGeom prst="arc">
            <a:avLst>
              <a:gd name="adj1" fmla="val 16157885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8EACC410-4E71-98FE-51CB-881461401445}"/>
              </a:ext>
            </a:extLst>
          </p:cNvPr>
          <p:cNvSpPr/>
          <p:nvPr/>
        </p:nvSpPr>
        <p:spPr>
          <a:xfrm rot="8017476">
            <a:off x="2883619" y="1812117"/>
            <a:ext cx="1535096" cy="1572542"/>
          </a:xfrm>
          <a:prstGeom prst="arc">
            <a:avLst>
              <a:gd name="adj1" fmla="val 16157885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262D7EF-FF73-06B1-AA01-33855C9FBC75}"/>
              </a:ext>
            </a:extLst>
          </p:cNvPr>
          <p:cNvSpPr>
            <a:spLocks noChangeAspect="1"/>
          </p:cNvSpPr>
          <p:nvPr/>
        </p:nvSpPr>
        <p:spPr>
          <a:xfrm>
            <a:off x="4142104" y="2916744"/>
            <a:ext cx="110355" cy="108000"/>
          </a:xfrm>
          <a:prstGeom prst="ellips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DD6D3A-B573-6AE6-CD58-3FC5538D70CC}"/>
              </a:ext>
            </a:extLst>
          </p:cNvPr>
          <p:cNvSpPr>
            <a:spLocks noChangeAspect="1"/>
          </p:cNvSpPr>
          <p:nvPr/>
        </p:nvSpPr>
        <p:spPr>
          <a:xfrm>
            <a:off x="3090371" y="3119189"/>
            <a:ext cx="110355" cy="108000"/>
          </a:xfrm>
          <a:prstGeom prst="ellips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ircular Arrow 22">
            <a:extLst>
              <a:ext uri="{FF2B5EF4-FFF2-40B4-BE49-F238E27FC236}">
                <a16:creationId xmlns:a16="http://schemas.microsoft.com/office/drawing/2014/main" id="{6C316B5E-2582-B375-1755-333AB63DF8B4}"/>
              </a:ext>
            </a:extLst>
          </p:cNvPr>
          <p:cNvSpPr/>
          <p:nvPr/>
        </p:nvSpPr>
        <p:spPr>
          <a:xfrm rot="5219297">
            <a:off x="4650359" y="2648221"/>
            <a:ext cx="469232" cy="846767"/>
          </a:xfrm>
          <a:prstGeom prst="circularArrow">
            <a:avLst>
              <a:gd name="adj1" fmla="val 10859"/>
              <a:gd name="adj2" fmla="val 1142319"/>
              <a:gd name="adj3" fmla="val 21277177"/>
              <a:gd name="adj4" fmla="val 10303396"/>
              <a:gd name="adj5" fmla="val 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5842AD3-DB90-C280-1F3C-66D53E17A2F5}"/>
              </a:ext>
            </a:extLst>
          </p:cNvPr>
          <p:cNvSpPr>
            <a:spLocks noChangeAspect="1"/>
          </p:cNvSpPr>
          <p:nvPr/>
        </p:nvSpPr>
        <p:spPr>
          <a:xfrm>
            <a:off x="4803482" y="3227189"/>
            <a:ext cx="110355" cy="108000"/>
          </a:xfrm>
          <a:prstGeom prst="ellips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ircular Arrow 24">
            <a:extLst>
              <a:ext uri="{FF2B5EF4-FFF2-40B4-BE49-F238E27FC236}">
                <a16:creationId xmlns:a16="http://schemas.microsoft.com/office/drawing/2014/main" id="{07AC0C98-F12B-9B04-F796-CE97ABEA662B}"/>
              </a:ext>
            </a:extLst>
          </p:cNvPr>
          <p:cNvSpPr/>
          <p:nvPr/>
        </p:nvSpPr>
        <p:spPr>
          <a:xfrm rot="15957892">
            <a:off x="2253027" y="2645986"/>
            <a:ext cx="469232" cy="846767"/>
          </a:xfrm>
          <a:prstGeom prst="circularArrow">
            <a:avLst>
              <a:gd name="adj1" fmla="val 10859"/>
              <a:gd name="adj2" fmla="val 1142319"/>
              <a:gd name="adj3" fmla="val 21277177"/>
              <a:gd name="adj4" fmla="val 10303396"/>
              <a:gd name="adj5" fmla="val 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6200A57-E803-5ED9-E6BA-300C1FD27FC8}"/>
              </a:ext>
            </a:extLst>
          </p:cNvPr>
          <p:cNvSpPr>
            <a:spLocks noChangeAspect="1"/>
          </p:cNvSpPr>
          <p:nvPr/>
        </p:nvSpPr>
        <p:spPr>
          <a:xfrm rot="10738595">
            <a:off x="2456600" y="2788053"/>
            <a:ext cx="110355" cy="108000"/>
          </a:xfrm>
          <a:prstGeom prst="ellips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408CD699-0F39-E762-85C7-3E8E03B6FB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251" y="5375867"/>
            <a:ext cx="2803236" cy="154178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02EE359-41EF-E701-3B66-2CF1084B61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2283" y="-54585"/>
            <a:ext cx="1320935" cy="13209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77D343B-2555-D74E-6FDC-7DC8F95979D4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</a:blip>
          <a:srcRect/>
          <a:stretch/>
        </p:blipFill>
        <p:spPr>
          <a:xfrm>
            <a:off x="0" y="0"/>
            <a:ext cx="947946" cy="947946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54C7DEC-5E9D-CB16-2AE7-8CB1E5B29D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04205" y="6620617"/>
            <a:ext cx="3124851" cy="1378814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2594CB2-BC9F-FDE5-21B4-448983E5D170}"/>
              </a:ext>
            </a:extLst>
          </p:cNvPr>
          <p:cNvCxnSpPr>
            <a:cxnSpLocks/>
          </p:cNvCxnSpPr>
          <p:nvPr/>
        </p:nvCxnSpPr>
        <p:spPr>
          <a:xfrm flipV="1">
            <a:off x="7373647" y="2138484"/>
            <a:ext cx="6635852" cy="3159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1235040-0932-4867-F093-20C8365689B6}"/>
              </a:ext>
            </a:extLst>
          </p:cNvPr>
          <p:cNvGrpSpPr/>
          <p:nvPr/>
        </p:nvGrpSpPr>
        <p:grpSpPr>
          <a:xfrm>
            <a:off x="7436079" y="4011572"/>
            <a:ext cx="1042842" cy="731936"/>
            <a:chOff x="6096000" y="3598223"/>
            <a:chExt cx="1302327" cy="91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D94C6A0-AEF4-4E60-2E77-36BC7B657AA4}"/>
                </a:ext>
              </a:extLst>
            </p:cNvPr>
            <p:cNvSpPr/>
            <p:nvPr/>
          </p:nvSpPr>
          <p:spPr>
            <a:xfrm>
              <a:off x="6096000" y="3598223"/>
              <a:ext cx="1302327" cy="9140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0CA70C9-F7A3-E32E-85AD-32F5084880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19698" y="4029233"/>
              <a:ext cx="54930" cy="520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68FFA2-F6DD-ABD9-7A61-67AB8BDD246A}"/>
              </a:ext>
            </a:extLst>
          </p:cNvPr>
          <p:cNvGrpSpPr/>
          <p:nvPr/>
        </p:nvGrpSpPr>
        <p:grpSpPr>
          <a:xfrm>
            <a:off x="8283447" y="3606357"/>
            <a:ext cx="1042842" cy="731936"/>
            <a:chOff x="9237952" y="3347018"/>
            <a:chExt cx="1042842" cy="73193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1C9532E-0825-276F-8041-0AE8BCE6F59A}"/>
                </a:ext>
              </a:extLst>
            </p:cNvPr>
            <p:cNvGrpSpPr/>
            <p:nvPr/>
          </p:nvGrpSpPr>
          <p:grpSpPr>
            <a:xfrm>
              <a:off x="9237952" y="3347018"/>
              <a:ext cx="1042842" cy="731936"/>
              <a:chOff x="6096000" y="3598223"/>
              <a:chExt cx="1302327" cy="91406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BBF7C1B-6AFC-85EA-2CC6-EF70E9271471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51977D7-B891-B2D1-46B9-26A9417E7B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3CDF8E-94F5-E917-8EC9-1234A7B24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425952" y="3379564"/>
              <a:ext cx="666841" cy="666841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040BA27-9519-8C5F-D71D-13DE086A8C3E}"/>
              </a:ext>
            </a:extLst>
          </p:cNvPr>
          <p:cNvGrpSpPr/>
          <p:nvPr/>
        </p:nvGrpSpPr>
        <p:grpSpPr>
          <a:xfrm>
            <a:off x="12295498" y="1595594"/>
            <a:ext cx="1042842" cy="905091"/>
            <a:chOff x="11139970" y="319890"/>
            <a:chExt cx="1302327" cy="11303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991438C-474A-1BCC-DC8B-4391E96921AA}"/>
                </a:ext>
              </a:extLst>
            </p:cNvPr>
            <p:cNvGrpSpPr/>
            <p:nvPr/>
          </p:nvGrpSpPr>
          <p:grpSpPr>
            <a:xfrm>
              <a:off x="11139970" y="428010"/>
              <a:ext cx="1302327" cy="914060"/>
              <a:chOff x="6346297" y="3598221"/>
              <a:chExt cx="1302327" cy="91406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E4508E0-5D4B-4DA8-F93F-0B474B268646}"/>
                  </a:ext>
                </a:extLst>
              </p:cNvPr>
              <p:cNvSpPr/>
              <p:nvPr/>
            </p:nvSpPr>
            <p:spPr>
              <a:xfrm>
                <a:off x="6346297" y="3598221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CE85D7C-1D48-E6AC-E573-8B56DCC4E6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90676" y="4013629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1E07849-819A-4E8B-BC85-17F014B5A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246662" y="319890"/>
              <a:ext cx="1130300" cy="1130300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8ED2CAB-E17F-C38F-0983-1F30EF3EE889}"/>
              </a:ext>
            </a:extLst>
          </p:cNvPr>
          <p:cNvSpPr txBox="1"/>
          <p:nvPr/>
        </p:nvSpPr>
        <p:spPr>
          <a:xfrm>
            <a:off x="6722506" y="3734573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F4F148-DD41-B603-0FF7-30970A8F02C3}"/>
              </a:ext>
            </a:extLst>
          </p:cNvPr>
          <p:cNvSpPr txBox="1"/>
          <p:nvPr/>
        </p:nvSpPr>
        <p:spPr>
          <a:xfrm>
            <a:off x="7473610" y="33179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83D64E-EBCB-0810-E338-12AF90A263E1}"/>
              </a:ext>
            </a:extLst>
          </p:cNvPr>
          <p:cNvSpPr txBox="1"/>
          <p:nvPr/>
        </p:nvSpPr>
        <p:spPr>
          <a:xfrm>
            <a:off x="8267162" y="2936362"/>
            <a:ext cx="845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893BB9-6649-8AD3-87E7-3A2369CE8F2F}"/>
              </a:ext>
            </a:extLst>
          </p:cNvPr>
          <p:cNvSpPr txBox="1"/>
          <p:nvPr/>
        </p:nvSpPr>
        <p:spPr>
          <a:xfrm>
            <a:off x="11488356" y="1464355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Choice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C7A7D0-BE80-AA0B-A16E-D4554DC06743}"/>
              </a:ext>
            </a:extLst>
          </p:cNvPr>
          <p:cNvSpPr txBox="1"/>
          <p:nvPr/>
        </p:nvSpPr>
        <p:spPr>
          <a:xfrm rot="19853577">
            <a:off x="9057735" y="1933800"/>
            <a:ext cx="1053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Time steps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117C15D-FB63-8C4D-D50A-B77454C00F3F}"/>
              </a:ext>
            </a:extLst>
          </p:cNvPr>
          <p:cNvSpPr/>
          <p:nvPr/>
        </p:nvSpPr>
        <p:spPr>
          <a:xfrm>
            <a:off x="11231046" y="2631513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AB4122-C988-AA30-D47E-1708827051C2}"/>
              </a:ext>
            </a:extLst>
          </p:cNvPr>
          <p:cNvSpPr/>
          <p:nvPr/>
        </p:nvSpPr>
        <p:spPr>
          <a:xfrm>
            <a:off x="11543716" y="2473948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DD570CC-718E-66DD-CEC2-FC9219E09D6F}"/>
              </a:ext>
            </a:extLst>
          </p:cNvPr>
          <p:cNvSpPr/>
          <p:nvPr/>
        </p:nvSpPr>
        <p:spPr>
          <a:xfrm>
            <a:off x="11838208" y="2324314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2D2FA70-F338-EF6D-6062-36192FE952E6}"/>
              </a:ext>
            </a:extLst>
          </p:cNvPr>
          <p:cNvSpPr txBox="1"/>
          <p:nvPr/>
        </p:nvSpPr>
        <p:spPr>
          <a:xfrm>
            <a:off x="9123819" y="2559000"/>
            <a:ext cx="821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9FFBEAFB-FE51-103D-68C0-DF1AEA018A99}"/>
              </a:ext>
            </a:extLst>
          </p:cNvPr>
          <p:cNvSpPr/>
          <p:nvPr/>
        </p:nvSpPr>
        <p:spPr>
          <a:xfrm>
            <a:off x="9037822" y="3893082"/>
            <a:ext cx="272226" cy="15848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9C95E2A-5868-8DDB-D5A4-EFB8508784B1}"/>
              </a:ext>
            </a:extLst>
          </p:cNvPr>
          <p:cNvGrpSpPr/>
          <p:nvPr/>
        </p:nvGrpSpPr>
        <p:grpSpPr>
          <a:xfrm>
            <a:off x="9116884" y="3174501"/>
            <a:ext cx="1042842" cy="825290"/>
            <a:chOff x="10033526" y="2808864"/>
            <a:chExt cx="1042842" cy="82529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D29DA68-1524-2325-598D-B1983CC2E83B}"/>
                </a:ext>
              </a:extLst>
            </p:cNvPr>
            <p:cNvGrpSpPr/>
            <p:nvPr/>
          </p:nvGrpSpPr>
          <p:grpSpPr>
            <a:xfrm>
              <a:off x="10033526" y="2836374"/>
              <a:ext cx="1042842" cy="731936"/>
              <a:chOff x="6096000" y="3598223"/>
              <a:chExt cx="1302327" cy="91406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BE5756F-C725-B30C-9D90-157B0C8D8AD5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DBFCBEE-5130-7FE1-CA7F-64D9A2D471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A4F41F92-B803-CD61-100C-50F2B2D09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142301" y="2808864"/>
              <a:ext cx="825290" cy="825290"/>
            </a:xfrm>
            <a:prstGeom prst="rect">
              <a:avLst/>
            </a:prstGeom>
          </p:spPr>
        </p:pic>
      </p:grpSp>
      <p:sp>
        <p:nvSpPr>
          <p:cNvPr id="71" name="Right Arrow 70">
            <a:extLst>
              <a:ext uri="{FF2B5EF4-FFF2-40B4-BE49-F238E27FC236}">
                <a16:creationId xmlns:a16="http://schemas.microsoft.com/office/drawing/2014/main" id="{176C79AB-FAE5-AB0C-6EE7-D5E0B677B324}"/>
              </a:ext>
            </a:extLst>
          </p:cNvPr>
          <p:cNvSpPr/>
          <p:nvPr/>
        </p:nvSpPr>
        <p:spPr>
          <a:xfrm>
            <a:off x="9873035" y="3492767"/>
            <a:ext cx="272226" cy="15848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012B0E1-A052-BF16-BF01-C429C60D642D}"/>
              </a:ext>
            </a:extLst>
          </p:cNvPr>
          <p:cNvGrpSpPr/>
          <p:nvPr/>
        </p:nvGrpSpPr>
        <p:grpSpPr>
          <a:xfrm>
            <a:off x="9984571" y="2717481"/>
            <a:ext cx="1042842" cy="850497"/>
            <a:chOff x="10829099" y="2302075"/>
            <a:chExt cx="1042842" cy="850497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62CBC21-95F4-DBA8-A53B-A5CCAF8BB27B}"/>
                </a:ext>
              </a:extLst>
            </p:cNvPr>
            <p:cNvGrpSpPr/>
            <p:nvPr/>
          </p:nvGrpSpPr>
          <p:grpSpPr>
            <a:xfrm>
              <a:off x="10829099" y="2369567"/>
              <a:ext cx="1042842" cy="731936"/>
              <a:chOff x="6096000" y="3598223"/>
              <a:chExt cx="1302327" cy="914060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A24BB6A-F039-7F47-3035-989B32D37D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7FEDE74-DEC1-DCEF-4AD3-D7875F7523E8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61E0D9A-F76F-9375-EEFB-F1A0E7014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920584" y="2302075"/>
              <a:ext cx="850497" cy="850497"/>
            </a:xfrm>
            <a:prstGeom prst="rect">
              <a:avLst/>
            </a:prstGeom>
          </p:spPr>
        </p:pic>
      </p:grpSp>
      <p:sp>
        <p:nvSpPr>
          <p:cNvPr id="72" name="Right Arrow 71">
            <a:extLst>
              <a:ext uri="{FF2B5EF4-FFF2-40B4-BE49-F238E27FC236}">
                <a16:creationId xmlns:a16="http://schemas.microsoft.com/office/drawing/2014/main" id="{50AC9CA6-F55F-DE0C-1CDE-FEAD93B6E0B1}"/>
              </a:ext>
            </a:extLst>
          </p:cNvPr>
          <p:cNvSpPr/>
          <p:nvPr/>
        </p:nvSpPr>
        <p:spPr>
          <a:xfrm>
            <a:off x="10745812" y="3058893"/>
            <a:ext cx="272226" cy="15848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ight Arrow 72">
            <a:extLst>
              <a:ext uri="{FF2B5EF4-FFF2-40B4-BE49-F238E27FC236}">
                <a16:creationId xmlns:a16="http://schemas.microsoft.com/office/drawing/2014/main" id="{3E80D999-1CD2-9041-0DE9-ADB321BAF293}"/>
              </a:ext>
            </a:extLst>
          </p:cNvPr>
          <p:cNvSpPr/>
          <p:nvPr/>
        </p:nvSpPr>
        <p:spPr>
          <a:xfrm rot="10800000">
            <a:off x="8299687" y="3893081"/>
            <a:ext cx="272226" cy="158481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ight Arrow 73">
            <a:extLst>
              <a:ext uri="{FF2B5EF4-FFF2-40B4-BE49-F238E27FC236}">
                <a16:creationId xmlns:a16="http://schemas.microsoft.com/office/drawing/2014/main" id="{49ECD28E-5F0F-3451-2672-1EBA85179DA2}"/>
              </a:ext>
            </a:extLst>
          </p:cNvPr>
          <p:cNvSpPr/>
          <p:nvPr/>
        </p:nvSpPr>
        <p:spPr>
          <a:xfrm rot="10800000">
            <a:off x="9126259" y="3512517"/>
            <a:ext cx="272226" cy="158481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ight Arrow 74">
            <a:extLst>
              <a:ext uri="{FF2B5EF4-FFF2-40B4-BE49-F238E27FC236}">
                <a16:creationId xmlns:a16="http://schemas.microsoft.com/office/drawing/2014/main" id="{181903B8-D67A-3055-7736-42D2BF1F22E8}"/>
              </a:ext>
            </a:extLst>
          </p:cNvPr>
          <p:cNvSpPr/>
          <p:nvPr/>
        </p:nvSpPr>
        <p:spPr>
          <a:xfrm rot="10800000">
            <a:off x="10000894" y="3074861"/>
            <a:ext cx="272226" cy="158481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E9BD8D7F-4B2D-72FE-3D40-B07796F9B376}"/>
              </a:ext>
            </a:extLst>
          </p:cNvPr>
          <p:cNvSpPr/>
          <p:nvPr/>
        </p:nvSpPr>
        <p:spPr>
          <a:xfrm rot="10800000">
            <a:off x="12312653" y="1977239"/>
            <a:ext cx="272226" cy="158481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89EFA4F7-8996-65D7-8B09-1B6D91BC21C1}"/>
              </a:ext>
            </a:extLst>
          </p:cNvPr>
          <p:cNvSpPr/>
          <p:nvPr/>
        </p:nvSpPr>
        <p:spPr>
          <a:xfrm>
            <a:off x="13039956" y="1977239"/>
            <a:ext cx="272226" cy="15848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39C90CA-4E75-9BF9-0B4A-5DB3760A1E5F}"/>
                  </a:ext>
                </a:extLst>
              </p:cNvPr>
              <p:cNvSpPr txBox="1"/>
              <p:nvPr/>
            </p:nvSpPr>
            <p:spPr>
              <a:xfrm>
                <a:off x="8311761" y="3972321"/>
                <a:ext cx="33034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39C90CA-4E75-9BF9-0B4A-5DB3760A1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761" y="3972321"/>
                <a:ext cx="330347" cy="2154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907C933-DD43-0B12-76E6-9435491964D0}"/>
                  </a:ext>
                </a:extLst>
              </p:cNvPr>
              <p:cNvSpPr txBox="1"/>
              <p:nvPr/>
            </p:nvSpPr>
            <p:spPr>
              <a:xfrm>
                <a:off x="9008495" y="3963209"/>
                <a:ext cx="3279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907C933-DD43-0B12-76E6-943549196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8495" y="3963209"/>
                <a:ext cx="327974" cy="21544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C2B709A-73AB-9DF3-A81E-414B739C5237}"/>
                  </a:ext>
                </a:extLst>
              </p:cNvPr>
              <p:cNvSpPr txBox="1"/>
              <p:nvPr/>
            </p:nvSpPr>
            <p:spPr>
              <a:xfrm>
                <a:off x="9158692" y="3579053"/>
                <a:ext cx="33034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C2B709A-73AB-9DF3-A81E-414B739C5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8692" y="3579053"/>
                <a:ext cx="330347" cy="2154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9B61D71-6678-B3E2-1B23-3624488EB7C2}"/>
                  </a:ext>
                </a:extLst>
              </p:cNvPr>
              <p:cNvSpPr txBox="1"/>
              <p:nvPr/>
            </p:nvSpPr>
            <p:spPr>
              <a:xfrm>
                <a:off x="9855426" y="3569941"/>
                <a:ext cx="3279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9B61D71-6678-B3E2-1B23-3624488EB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426" y="3569941"/>
                <a:ext cx="327974" cy="21544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3D69614-66B7-687D-FCB3-8E63EA73A8EF}"/>
                  </a:ext>
                </a:extLst>
              </p:cNvPr>
              <p:cNvSpPr txBox="1"/>
              <p:nvPr/>
            </p:nvSpPr>
            <p:spPr>
              <a:xfrm>
                <a:off x="10010875" y="3152837"/>
                <a:ext cx="33034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3D69614-66B7-687D-FCB3-8E63EA73A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0875" y="3152837"/>
                <a:ext cx="330347" cy="21544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3557215-8FC3-C4DA-39BA-43974EC6EBD6}"/>
                  </a:ext>
                </a:extLst>
              </p:cNvPr>
              <p:cNvSpPr txBox="1"/>
              <p:nvPr/>
            </p:nvSpPr>
            <p:spPr>
              <a:xfrm>
                <a:off x="10707609" y="3143725"/>
                <a:ext cx="3279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3557215-8FC3-C4DA-39BA-43974EC6E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7609" y="3143725"/>
                <a:ext cx="327974" cy="21544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02A0FD2-0800-EAA8-FFFE-9ACC105BC9AA}"/>
                  </a:ext>
                </a:extLst>
              </p:cNvPr>
              <p:cNvSpPr txBox="1"/>
              <p:nvPr/>
            </p:nvSpPr>
            <p:spPr>
              <a:xfrm>
                <a:off x="12326461" y="2056480"/>
                <a:ext cx="33034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02A0FD2-0800-EAA8-FFFE-9ACC105BC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6461" y="2056480"/>
                <a:ext cx="330347" cy="21544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4CF05C0-5E0A-B957-3B87-2C4F7131FBA0}"/>
                  </a:ext>
                </a:extLst>
              </p:cNvPr>
              <p:cNvSpPr txBox="1"/>
              <p:nvPr/>
            </p:nvSpPr>
            <p:spPr>
              <a:xfrm>
                <a:off x="13023195" y="2047368"/>
                <a:ext cx="3279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4CF05C0-5E0A-B957-3B87-2C4F7131F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3195" y="2047368"/>
                <a:ext cx="327974" cy="21544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10B97D72-5528-D37D-A1CB-828362640446}"/>
              </a:ext>
            </a:extLst>
          </p:cNvPr>
          <p:cNvSpPr txBox="1"/>
          <p:nvPr/>
        </p:nvSpPr>
        <p:spPr>
          <a:xfrm>
            <a:off x="8550360" y="4142315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BD3FD99-5247-7E69-5EB8-1E9A7374B7F2}"/>
              </a:ext>
            </a:extLst>
          </p:cNvPr>
          <p:cNvSpPr txBox="1"/>
          <p:nvPr/>
        </p:nvSpPr>
        <p:spPr>
          <a:xfrm>
            <a:off x="9388507" y="3747392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FC2FE41-7955-7B5D-1076-9619EB804407}"/>
              </a:ext>
            </a:extLst>
          </p:cNvPr>
          <p:cNvSpPr txBox="1"/>
          <p:nvPr/>
        </p:nvSpPr>
        <p:spPr>
          <a:xfrm>
            <a:off x="10238286" y="3327981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17545BF-0530-9EF5-3C60-4985F792BF16}"/>
              </a:ext>
            </a:extLst>
          </p:cNvPr>
          <p:cNvSpPr txBox="1"/>
          <p:nvPr/>
        </p:nvSpPr>
        <p:spPr>
          <a:xfrm>
            <a:off x="12589767" y="2223756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7057D6D-4917-F45D-5A43-89971605B59A}"/>
              </a:ext>
            </a:extLst>
          </p:cNvPr>
          <p:cNvSpPr txBox="1"/>
          <p:nvPr/>
        </p:nvSpPr>
        <p:spPr>
          <a:xfrm>
            <a:off x="12682634" y="1647626"/>
            <a:ext cx="301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6BC2570-5635-E24A-8E27-DC98A1E59745}"/>
              </a:ext>
            </a:extLst>
          </p:cNvPr>
          <p:cNvSpPr txBox="1"/>
          <p:nvPr/>
        </p:nvSpPr>
        <p:spPr>
          <a:xfrm>
            <a:off x="12323002" y="1826709"/>
            <a:ext cx="2872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✔︎</a:t>
            </a:r>
          </a:p>
        </p:txBody>
      </p:sp>
    </p:spTree>
    <p:extLst>
      <p:ext uri="{BB962C8B-B14F-4D97-AF65-F5344CB8AC3E}">
        <p14:creationId xmlns:p14="http://schemas.microsoft.com/office/powerpoint/2010/main" val="370775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2F6B58A-1721-C134-6BED-F830B3CC860A}"/>
              </a:ext>
            </a:extLst>
          </p:cNvPr>
          <p:cNvGrpSpPr/>
          <p:nvPr/>
        </p:nvGrpSpPr>
        <p:grpSpPr>
          <a:xfrm>
            <a:off x="4722109" y="388644"/>
            <a:ext cx="2715934" cy="334537"/>
            <a:chOff x="2442117" y="1538868"/>
            <a:chExt cx="2715934" cy="3345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98CD57C-BB50-D688-5E22-A5C7744A468D}"/>
                </a:ext>
              </a:extLst>
            </p:cNvPr>
            <p:cNvSpPr/>
            <p:nvPr/>
          </p:nvSpPr>
          <p:spPr>
            <a:xfrm>
              <a:off x="2442117" y="1538868"/>
              <a:ext cx="338400" cy="3345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A2BCAB-75E9-1106-F0F9-7DF9427F2A76}"/>
                </a:ext>
              </a:extLst>
            </p:cNvPr>
            <p:cNvSpPr/>
            <p:nvPr/>
          </p:nvSpPr>
          <p:spPr>
            <a:xfrm>
              <a:off x="2780517" y="1538868"/>
              <a:ext cx="338400" cy="3345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739B6BD-9FEB-E11F-E672-F108FF8BA3CE}"/>
                </a:ext>
              </a:extLst>
            </p:cNvPr>
            <p:cNvSpPr/>
            <p:nvPr/>
          </p:nvSpPr>
          <p:spPr>
            <a:xfrm>
              <a:off x="3123284" y="1538868"/>
              <a:ext cx="338400" cy="3345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BAB0A22-80A2-3534-3D4F-68471E86BFF9}"/>
                </a:ext>
              </a:extLst>
            </p:cNvPr>
            <p:cNvSpPr/>
            <p:nvPr/>
          </p:nvSpPr>
          <p:spPr>
            <a:xfrm>
              <a:off x="3461684" y="1538868"/>
              <a:ext cx="338400" cy="3345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67F05DC-6D7B-E2C4-06A0-F0F9230F5C1E}"/>
                </a:ext>
              </a:extLst>
            </p:cNvPr>
            <p:cNvSpPr/>
            <p:nvPr/>
          </p:nvSpPr>
          <p:spPr>
            <a:xfrm>
              <a:off x="3800084" y="1538868"/>
              <a:ext cx="338400" cy="3345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40BE44-1EB3-6B3C-72CD-E16492988166}"/>
                </a:ext>
              </a:extLst>
            </p:cNvPr>
            <p:cNvSpPr/>
            <p:nvPr/>
          </p:nvSpPr>
          <p:spPr>
            <a:xfrm>
              <a:off x="4138484" y="1538868"/>
              <a:ext cx="338400" cy="3345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B8E5C7-B4CB-2431-C835-4A8C4A20FAA4}"/>
                </a:ext>
              </a:extLst>
            </p:cNvPr>
            <p:cNvSpPr/>
            <p:nvPr/>
          </p:nvSpPr>
          <p:spPr>
            <a:xfrm>
              <a:off x="4481251" y="1538868"/>
              <a:ext cx="338400" cy="3345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68765BE-B83A-D3F3-A047-F4C2D50BDB74}"/>
                </a:ext>
              </a:extLst>
            </p:cNvPr>
            <p:cNvSpPr/>
            <p:nvPr/>
          </p:nvSpPr>
          <p:spPr>
            <a:xfrm>
              <a:off x="4819651" y="1538868"/>
              <a:ext cx="338400" cy="3345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420C66EF-6423-E332-389D-E85A0E8C8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328" y="139864"/>
            <a:ext cx="843135" cy="8431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67EC03A-2F18-2EFC-A5E7-3B36F7DAC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015" y="97084"/>
            <a:ext cx="917656" cy="91765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9F24317-7BAB-BF60-BC11-9739AB8DE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648" y="217765"/>
            <a:ext cx="700122" cy="7001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6C1076F-4869-7EC9-9D5E-181D15978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678" y="83652"/>
            <a:ext cx="968348" cy="96834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06B7C21-0FF2-9F34-1A92-888CCA8277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048" y="108998"/>
            <a:ext cx="917656" cy="9176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4DA3A64-2D8D-9718-51E5-F8AE71C66E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1108" y="129658"/>
            <a:ext cx="876335" cy="8763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81D9C7F-322A-B2B6-2DE1-B3E68C2D70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269" y="83652"/>
            <a:ext cx="968348" cy="96834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766BEA8-4DDD-A9F6-4C65-81D9D01C1E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5303" y="-9238"/>
            <a:ext cx="1130300" cy="1130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71B9D8-DDBA-111C-2158-592521CE3F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488" y="1369842"/>
            <a:ext cx="11551024" cy="472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5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9766</TotalTime>
  <Words>177</Words>
  <Application>Microsoft Macintosh PowerPoint</Application>
  <PresentationFormat>Widescreen</PresentationFormat>
  <Paragraphs>114</Paragraphs>
  <Slides>10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佳霖 李</dc:creator>
  <cp:lastModifiedBy>Jialin Li</cp:lastModifiedBy>
  <cp:revision>14</cp:revision>
  <dcterms:created xsi:type="dcterms:W3CDTF">2026-03-20T21:20:57Z</dcterms:created>
  <dcterms:modified xsi:type="dcterms:W3CDTF">2026-07-18T14:24:18Z</dcterms:modified>
</cp:coreProperties>
</file>